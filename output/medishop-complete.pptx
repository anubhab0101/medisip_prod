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95f82d7cc246ac" /><Relationship Type="http://schemas.openxmlformats.org/officeDocument/2006/relationships/extended-properties" Target="/docProps/app.xml" Id="Raf4e1e0902b54c56" /><Relationship Type="http://schemas.openxmlformats.org/officeDocument/2006/relationships/officeDocument" Target="/ppt/presentation.xml" Id="Rfcde7029aad64f2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32ef40d8f1d4975"/>
  </p:sldMasterIdLst>
  <p:notesMasterIdLst>
    <p:notesMasterId xmlns:r="http://schemas.openxmlformats.org/officeDocument/2006/relationships" r:id="Rfd6071cb8ff9491a"/>
  </p:notesMasterIdLst>
  <p:sldIdLst>
    <p:sldId xmlns:r="http://schemas.openxmlformats.org/officeDocument/2006/relationships" id="256" r:id="Rb9123dafcbb949f8"/>
    <p:sldId xmlns:r="http://schemas.openxmlformats.org/officeDocument/2006/relationships" id="257" r:id="R8c1aac7ca1694459"/>
    <p:sldId xmlns:r="http://schemas.openxmlformats.org/officeDocument/2006/relationships" id="258" r:id="R86104a6e51e14e59"/>
    <p:sldId xmlns:r="http://schemas.openxmlformats.org/officeDocument/2006/relationships" id="259" r:id="Rcea022541fd14e84"/>
    <p:sldId xmlns:r="http://schemas.openxmlformats.org/officeDocument/2006/relationships" id="260" r:id="R9a63251b02a0438e"/>
    <p:sldId xmlns:r="http://schemas.openxmlformats.org/officeDocument/2006/relationships" id="261" r:id="R42b160ec121849d7"/>
    <p:sldId xmlns:r="http://schemas.openxmlformats.org/officeDocument/2006/relationships" id="262" r:id="R686a4e8a4381451c"/>
    <p:sldId xmlns:r="http://schemas.openxmlformats.org/officeDocument/2006/relationships" id="263" r:id="Rc4a91fd9eca642bc"/>
    <p:sldId xmlns:r="http://schemas.openxmlformats.org/officeDocument/2006/relationships" id="264" r:id="R6823450485634b55"/>
    <p:sldId xmlns:r="http://schemas.openxmlformats.org/officeDocument/2006/relationships" id="265" r:id="Rfba0165210a04bc1"/>
    <p:sldId xmlns:r="http://schemas.openxmlformats.org/officeDocument/2006/relationships" id="266" r:id="Rba8a905980624854"/>
    <p:sldId xmlns:r="http://schemas.openxmlformats.org/officeDocument/2006/relationships" id="267" r:id="R92f0060c8a654ffa"/>
    <p:sldId xmlns:r="http://schemas.openxmlformats.org/officeDocument/2006/relationships" id="268" r:id="R5d5ccdbcb5644f09"/>
    <p:sldId xmlns:r="http://schemas.openxmlformats.org/officeDocument/2006/relationships" id="269" r:id="R3070f23201e743e3"/>
    <p:sldId xmlns:r="http://schemas.openxmlformats.org/officeDocument/2006/relationships" id="270" r:id="Ra1dbda52a3d442ea"/>
  </p:sldIdLst>
  <p:sldSz cx="12191695" cy="6858000"/>
  <p:notesSz cx="6858000" cy="9144000"/>
  <p:embeddedFontLst>
    <p:embeddedFont>
      <p:font typeface="IBM Plex Sans"/>
      <p:regular xmlns:r="http://schemas.openxmlformats.org/officeDocument/2006/relationships" r:id="R78319f16261c4d96"/>
    </p:embeddedFont>
    <p:embeddedFont>
      <p:font typeface="IBM Plex Sans SemiBold"/>
      <p:regular xmlns:r="http://schemas.openxmlformats.org/officeDocument/2006/relationships" r:id="R886aa46359204b86"/>
    </p:embeddedFont>
    <p:embeddedFont>
      <p:font typeface="IBM Plex Sans Bold"/>
      <p:regular xmlns:r="http://schemas.openxmlformats.org/officeDocument/2006/relationships" r:id="R3e7730a09e42489a"/>
    </p:embeddedFont>
    <p:embeddedFont>
      <p:font typeface="Sora Bold"/>
      <p:regular xmlns:r="http://schemas.openxmlformats.org/officeDocument/2006/relationships" r:id="R1bc0b3d636f3416d"/>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23225d43b3e4aea" /><Relationship Type="http://schemas.openxmlformats.org/officeDocument/2006/relationships/slideMaster" Target="/ppt/slideMasters/slideMaster1.xml" Id="R832ef40d8f1d4975" /><Relationship Type="http://schemas.openxmlformats.org/officeDocument/2006/relationships/notesMaster" Target="/ppt/notesMasters/notesMaster1.xml" Id="Rfd6071cb8ff9491a" /><Relationship Type="http://schemas.openxmlformats.org/officeDocument/2006/relationships/presProps" Target="/ppt/presProps.xml" Id="Rc394063510e04ba1" /><Relationship Type="http://schemas.openxmlformats.org/officeDocument/2006/relationships/viewProps" Target="/ppt/viewProps.xml" Id="R59687741a7df43f7" /><Relationship Type="http://schemas.openxmlformats.org/officeDocument/2006/relationships/tableStyles" Target="/ppt/tableStyles.xml" Id="R3b10d66cda104df0" /><Relationship Type="http://schemas.openxmlformats.org/officeDocument/2006/relationships/font" Target="/ppt/fonts/font.dat" Id="R78319f16261c4d96" /><Relationship Type="http://schemas.openxmlformats.org/officeDocument/2006/relationships/font" Target="/ppt/fonts/font2.dat" Id="R886aa46359204b86" /><Relationship Type="http://schemas.openxmlformats.org/officeDocument/2006/relationships/font" Target="/ppt/fonts/font3.dat" Id="R3e7730a09e42489a" /><Relationship Type="http://schemas.openxmlformats.org/officeDocument/2006/relationships/font" Target="/ppt/fonts/font4.dat" Id="R1bc0b3d636f3416d" /><Relationship Type="http://schemas.openxmlformats.org/officeDocument/2006/relationships/slide" Target="/ppt/slides/slide1.xml" Id="Rb9123dafcbb949f8" /><Relationship Type="http://schemas.openxmlformats.org/officeDocument/2006/relationships/slide" Target="/ppt/slides/slide2.xml" Id="R8c1aac7ca1694459" /><Relationship Type="http://schemas.openxmlformats.org/officeDocument/2006/relationships/slide" Target="/ppt/slides/slide3.xml" Id="R86104a6e51e14e59" /><Relationship Type="http://schemas.openxmlformats.org/officeDocument/2006/relationships/slide" Target="/ppt/slides/slide4.xml" Id="Rcea022541fd14e84" /><Relationship Type="http://schemas.openxmlformats.org/officeDocument/2006/relationships/slide" Target="/ppt/slides/slide5.xml" Id="R9a63251b02a0438e" /><Relationship Type="http://schemas.openxmlformats.org/officeDocument/2006/relationships/slide" Target="/ppt/slides/slide6.xml" Id="R42b160ec121849d7" /><Relationship Type="http://schemas.openxmlformats.org/officeDocument/2006/relationships/slide" Target="/ppt/slides/slide7.xml" Id="R686a4e8a4381451c" /><Relationship Type="http://schemas.openxmlformats.org/officeDocument/2006/relationships/slide" Target="/ppt/slides/slide8.xml" Id="Rc4a91fd9eca642bc" /><Relationship Type="http://schemas.openxmlformats.org/officeDocument/2006/relationships/slide" Target="/ppt/slides/slide9.xml" Id="R6823450485634b55" /><Relationship Type="http://schemas.openxmlformats.org/officeDocument/2006/relationships/slide" Target="/ppt/slides/slide10.xml" Id="Rfba0165210a04bc1" /><Relationship Type="http://schemas.openxmlformats.org/officeDocument/2006/relationships/slide" Target="/ppt/slides/slide11.xml" Id="Rba8a905980624854" /><Relationship Type="http://schemas.openxmlformats.org/officeDocument/2006/relationships/slide" Target="/ppt/slides/slide12.xml" Id="R92f0060c8a654ffa" /><Relationship Type="http://schemas.openxmlformats.org/officeDocument/2006/relationships/slide" Target="/ppt/slides/slide13.xml" Id="R5d5ccdbcb5644f09" /><Relationship Type="http://schemas.openxmlformats.org/officeDocument/2006/relationships/slide" Target="/ppt/slides/slide14.xml" Id="R3070f23201e743e3" /><Relationship Type="http://schemas.openxmlformats.org/officeDocument/2006/relationships/slide" Target="/ppt/slides/slide15.xml" Id="Ra1dbda52a3d442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5500062a9c4d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13d91ca04c4b77" /><Relationship Type="http://schemas.openxmlformats.org/officeDocument/2006/relationships/notesMaster" Target="/ppt/notesMasters/notesMaster1.xml" Id="Rabb5844b6d1e41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38af91fe114e51" /><Relationship Type="http://schemas.openxmlformats.org/officeDocument/2006/relationships/notesMaster" Target="/ppt/notesMasters/notesMaster1.xml" Id="R33de527d105043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480ce04621407c" /><Relationship Type="http://schemas.openxmlformats.org/officeDocument/2006/relationships/notesMaster" Target="/ppt/notesMasters/notesMaster1.xml" Id="R91b78bc7d4a447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15608f90a141b8" /><Relationship Type="http://schemas.openxmlformats.org/officeDocument/2006/relationships/notesMaster" Target="/ppt/notesMasters/notesMaster1.xml" Id="R6db992ee19644c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36437ac9a84fe5" /><Relationship Type="http://schemas.openxmlformats.org/officeDocument/2006/relationships/notesMaster" Target="/ppt/notesMasters/notesMaster1.xml" Id="R3a40d4beb8fc49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c7579ba14e4fef" /><Relationship Type="http://schemas.openxmlformats.org/officeDocument/2006/relationships/notesMaster" Target="/ppt/notesMasters/notesMaster1.xml" Id="R283d1bdda72044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b2c046138a45c2" /><Relationship Type="http://schemas.openxmlformats.org/officeDocument/2006/relationships/notesMaster" Target="/ppt/notesMasters/notesMaster1.xml" Id="R7072b2f57f1c4c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559b69a97a40b3" /><Relationship Type="http://schemas.openxmlformats.org/officeDocument/2006/relationships/notesMaster" Target="/ppt/notesMasters/notesMaster1.xml" Id="Ra13790cc728b43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9b5772ed5943e8" /><Relationship Type="http://schemas.openxmlformats.org/officeDocument/2006/relationships/notesMaster" Target="/ppt/notesMasters/notesMaster1.xml" Id="R64ec980b340c44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bd57b5286c4a7a" /><Relationship Type="http://schemas.openxmlformats.org/officeDocument/2006/relationships/notesMaster" Target="/ppt/notesMasters/notesMaster1.xml" Id="R07fc8b931c8f4e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fd7fef5b534df5" /><Relationship Type="http://schemas.openxmlformats.org/officeDocument/2006/relationships/notesMaster" Target="/ppt/notesMasters/notesMaster1.xml" Id="R30df07e3388c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a90981bf2c4d7f" /><Relationship Type="http://schemas.openxmlformats.org/officeDocument/2006/relationships/notesMaster" Target="/ppt/notesMasters/notesMaster1.xml" Id="Rb91a470e2c824a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2f4a9abc074db4" /><Relationship Type="http://schemas.openxmlformats.org/officeDocument/2006/relationships/notesMaster" Target="/ppt/notesMasters/notesMaster1.xml" Id="Rced90f75315c40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62096fedb04112" /><Relationship Type="http://schemas.openxmlformats.org/officeDocument/2006/relationships/notesMaster" Target="/ppt/notesMasters/notesMaster1.xml" Id="Rde6f9352b09d46a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a91743c5144486" /><Relationship Type="http://schemas.openxmlformats.org/officeDocument/2006/relationships/notesMaster" Target="/ppt/notesMasters/notesMaster1.xml" Id="R641d48b3394446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Running an independent pharmacy means juggling stock deliveries, customer rush hours, and supplier credit every single day. Today I want to show you MediShop, a single workspace designed specifically for counter operations. Say aloud: 'Think of MediShop as a tidy counter register that connects what you buy from distributors directly to what you hand over to the patient, without notebook scramble.'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chemist recognizes this flow. Stock arrives at 11 AM, customers crowd the counter by 6 PM, and reconciliations happen after closing. Say aloud: 'When these five steps live in different places—one notebook for purchases, a rough pad for customer credit, and mental memory for shelf stock—it is easy to lose track of what sold and what expired.'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these six modules. Notice that every module feeds into the next: inward purchases feed batch stock, counter sales deduct stock, and daily receipts compile into day-end reports. Say aloud: 'We are not giving you fancy charts to stare at; we are connecting your counter billing directly to your back-room stock ledger.'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catalogue import versus stock entry. Chemist owners often ask: 'Can you import my entire medicine list?' Say aloud: 'Yes, we can import your product master from an Excel sheet so you don’t have to type 2,000 medicine names by hand. But remember, importing names does not put stock on your shelf—stock is created when you enter the batch number, purchase cost, and expiry from a supplier invoice.'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this road from step 1 to 5. Emphasize that software cannot physically weigh or count strips on the shelf; it relies on accurate inwards entry. Say aloud: 'When a customer comes back asking when a batch was purchased, you don’t have to search through cartons in the store room. You open the medicine history and see the supplier invoice date right away.'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Address printer compatibility and offline billing clearly. Owners often ask: ‘Will this work with my thermal receipt printer, and what happens if internet goes down?’ Say aloud: ‘We can confirm your printer and paper settings during setup before going live. If internet drops, only limited cash walk-in billing can continue provisionally until the connection resumes and syncs; other screens may not be available.’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a customer may return a medicine after paying partly in cash and partly by UPI. We can walk through the actual return and payment-record flow together in a guided demo. MediShop records shop activity; it does not replace an accountant or file tax returns.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very careful with report promises. Chemist owners sometimes hope software will automatically predict future orders or guarantee zero stock loss. Say aloud: 'MediShop gives you clean, honest visibility over what actually happened—how much cash was collected today, which medicines will expire next month, and what distributors owe you credit for. We do not make automated reordering promises; the buying decisions always stay in your experienced hands.'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messaging workflows. Say aloud: 'For example, staff can prepare a message when a medicine arrives, check consent where applicable, and send it manually by WhatsApp or email. SMS is optional and needs provider setup and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trust, compliance boundaries, and rollout. Say aloud: 'This feature helps your counter follow proper prescription protocol, but remember it is a workflow tool, not an automatic legal guarantee. When rolling out MediShop, we start with a supervised practice mode for 2 to 3 days so your boys behind the counter get completely comfortable before you rely on it live.'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that MediShop goes beyond the bill screen. Demonstrate only the workflows relevant to this shop. OCR is local and requires staff confirmation. Branch, loyalty, booking and delivery workflows should be shown in the configured environment and matched to the shop’s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offline use. It supports cash walk-in sales of reserved non-prescription stock on that device. It is not full offline access. Explain that the receipt is provisional until synchronisation. Practice mode uses isolated data and is intended for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onboarding as a joint setup process, not one-click migration. The setup guide walks through shop details, the first medicine, a supplier and opening stock, then billing. Catalogue imports create catalogue records, not physical stock. Confirm existing data format, cleanup, printer, permissions and training needs before agreeing the 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build trust. Ask about devices, current records, connectivity, staff responsibilities, messaging providers, backups and training. Confirm each item in the actual deployment environment. The current project is not yet verified as deployed for this specific shop, so do not describe the preview as production-ready.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the owner to a guided demo with one real shop workflow. Ask what they want to see first and who should attend. Discuss price, onboarding, support and rollout only using the actual commercial terms you can provide. Do not promise business results or imply the shop is live until deployment and shop-specific checks are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f61da101a440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d1ac1c0d164f22" /><Relationship Type="http://schemas.openxmlformats.org/officeDocument/2006/relationships/image" Target="/ppt/media/image.png" Id="Rd448be8c9ce8412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bg>
      <p:bgPr>
        <a:solidFill xmlns:a="http://schemas.openxmlformats.org/drawingml/2006/main">
          <a:srgbClr val="F2F4ED"/>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2FFDB9A-4D2F-49A1-9ADB-FFD08E5EB08F}"/>
              </a:ext>
            </a:extLst>
          </p:cNvPr>
          <p:cNvPicPr>
            <a:picLocks xmlns:a="http://schemas.openxmlformats.org/drawingml/2006/main" noChangeAspect="1"/>
          </p:cNvPicPr>
          <p:nvPr/>
        </p:nvPicPr>
        <p:blipFill>
          <a:blip xmlns:r="http://schemas.openxmlformats.org/officeDocument/2006/relationships" xmlns:a="http://schemas.openxmlformats.org/drawingml/2006/main" r:embed="Rd448be8c9ce84125"/>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a6774ce30b4621" /><Relationship Type="http://schemas.openxmlformats.org/officeDocument/2006/relationships/slideLayout" Target="/ppt/slideLayouts/slideLayout1.xml" Id="R4fc3e0ac6b0f4ff6" /><Relationship Type="http://schemas.openxmlformats.org/officeDocument/2006/relationships/slideLayout" Target="/ppt/slideLayouts/slideLayout2.xml" Id="R51683fcb9448413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c3e0ac6b0f4ff6"/>
    <p:sldLayoutId xmlns:r="http://schemas.openxmlformats.org/officeDocument/2006/relationships" id="2147483650" r:id="R51683fcb9448413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06e458524b54af8" /><Relationship Type="http://schemas.openxmlformats.org/officeDocument/2006/relationships/image" Target="/ppt/media/image.jpeg" Id="Rca9b7d8d94a64152" /><Relationship Type="http://schemas.openxmlformats.org/officeDocument/2006/relationships/notesSlide" Target="/ppt/notesSlides/notesSlide1.xml" Id="Rbc809ce4cc9f40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c0d17c41b0a475e" /><Relationship Type="http://schemas.openxmlformats.org/officeDocument/2006/relationships/notesSlide" Target="/ppt/notesSlides/notesSlide2.xml" Id="R8660d6e8d553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7c1cd89da6a4313" /><Relationship Type="http://schemas.openxmlformats.org/officeDocument/2006/relationships/notesSlide" Target="/ppt/notesSlides/notesSlide3.xml" Id="Rda0fb9c98b024c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de3e110fed24546" /><Relationship Type="http://schemas.openxmlformats.org/officeDocument/2006/relationships/image" Target="/ppt/media/image2.jpeg" Id="Rc6bb784a600a4619" /><Relationship Type="http://schemas.openxmlformats.org/officeDocument/2006/relationships/notesSlide" Target="/ppt/notesSlides/notesSlide4.xml" Id="Ref11c4afbda646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0b7c62eabc44d11" /><Relationship Type="http://schemas.openxmlformats.org/officeDocument/2006/relationships/image" Target="/ppt/media/image2.png" Id="Rac8874df12c0441d" /><Relationship Type="http://schemas.openxmlformats.org/officeDocument/2006/relationships/notesSlide" Target="/ppt/notesSlides/notesSlide5.xml" Id="Rfa7c6d50d77a41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a46614399ae419b" /><Relationship Type="http://schemas.openxmlformats.org/officeDocument/2006/relationships/notesSlide" Target="/ppt/notesSlides/notesSlide6.xml" Id="Re0819f75529c45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566840083ad4260" /><Relationship Type="http://schemas.openxmlformats.org/officeDocument/2006/relationships/notesSlide" Target="/ppt/notesSlides/notesSlide7.xml" Id="R82f28e243a8f42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54ec05915de4627" /><Relationship Type="http://schemas.openxmlformats.org/officeDocument/2006/relationships/image" Target="/ppt/media/image3.jpeg" Id="R22007e59c41d4da0" /><Relationship Type="http://schemas.openxmlformats.org/officeDocument/2006/relationships/notesSlide" Target="/ppt/notesSlides/notesSlide8.xml" Id="R97ee08b14b7148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65e1cb0d74a49c5" /><Relationship Type="http://schemas.openxmlformats.org/officeDocument/2006/relationships/image" Target="/ppt/media/image3.png" Id="R94bcca9fdc7c42bd" /><Relationship Type="http://schemas.openxmlformats.org/officeDocument/2006/relationships/image" Target="/ppt/media/image4.png" Id="R89b91e909e9d425d" /><Relationship Type="http://schemas.openxmlformats.org/officeDocument/2006/relationships/image" Target="/ppt/media/image5.png" Id="Rc7b13190a8774137" /><Relationship Type="http://schemas.openxmlformats.org/officeDocument/2006/relationships/notesSlide" Target="/ppt/notesSlides/notesSlide9.xml" Id="R1f7bd9bd887d40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42e77a35df44d32" /><Relationship Type="http://schemas.openxmlformats.org/officeDocument/2006/relationships/image" Target="/ppt/media/image4.jpeg" Id="R6e20c2d2c0534e56" /><Relationship Type="http://schemas.openxmlformats.org/officeDocument/2006/relationships/notesSlide" Target="/ppt/notesSlides/notesSlide10.xml" Id="Rf259a21e24cf43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eddc88679504c12" /><Relationship Type="http://schemas.openxmlformats.org/officeDocument/2006/relationships/notesSlide" Target="/ppt/notesSlides/notesSlide11.xml" Id="Rf19e5fba2a6f42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33040fa1f447c7" /><Relationship Type="http://schemas.openxmlformats.org/officeDocument/2006/relationships/notesSlide" Target="/ppt/notesSlides/notesSlide12.xml" Id="R8d37c47fc2fb49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8430c7b3604e6f" /><Relationship Type="http://schemas.openxmlformats.org/officeDocument/2006/relationships/notesSlide" Target="/ppt/notesSlides/notesSlide13.xml" Id="R9dc7e9a16fe74e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9617978d16a4171" /><Relationship Type="http://schemas.openxmlformats.org/officeDocument/2006/relationships/notesSlide" Target="/ppt/notesSlides/notesSlide14.xml" Id="R92c89c6a41b946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f2708cc4544018" /><Relationship Type="http://schemas.openxmlformats.org/officeDocument/2006/relationships/notesSlide" Target="/ppt/notesSlides/notesSlide15.xml" Id="Rb3437e1ab704410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4B982C7-A2DA-4EED-8041-0CE06F46D9D2}"/>
              </a:ext>
            </a:extLst>
          </p:cNvPr>
          <p:cNvSpPr>
            <a:spLocks xmlns:a="http://schemas.openxmlformats.org/drawingml/2006/main" noGrp="1"/>
          </p:cNvSpPr>
          <p:nvPr/>
        </p:nvSpPr>
        <p:spPr>
          <a:xfrm xmlns:a="http://schemas.openxmlformats.org/drawingml/2006/main">
            <a:off x="0" y="0"/>
            <a:ext cx="7315017" cy="6858000"/>
          </a:xfrm>
          <a:prstGeom xmlns:a="http://schemas.openxmlformats.org/drawingml/2006/main" prst="rect">
            <a:avLst/>
          </a:prstGeom>
          <a:solidFill xmlns:a="http://schemas.openxmlformats.org/drawingml/2006/main">
            <a:srgbClr val="083C35"/>
          </a:solidFill>
        </p:spPr>
      </p:sp>
      <p:sp>
        <p:nvSpPr>
          <p:cNvPr id="3" name="Text 1">
            <a:extLst xmlns:a="http://schemas.openxmlformats.org/drawingml/2006/main">
              <a:ext uri="{FF2B5EF4-FFF2-40B4-BE49-F238E27FC236}">
                <a16:creationId xmlns:a16="http://schemas.microsoft.com/office/drawing/2014/main" id="{2D8C2ABA-2E20-4827-850F-0D4EEA8228EA}"/>
              </a:ext>
            </a:extLst>
          </p:cNvPr>
          <p:cNvSpPr>
            <a:spLocks xmlns:a="http://schemas.openxmlformats.org/drawingml/2006/main" noGrp="1"/>
          </p:cNvSpPr>
          <p:nvPr/>
        </p:nvSpPr>
        <p:spPr>
          <a:xfrm xmlns:a="http://schemas.openxmlformats.org/drawingml/2006/main">
            <a:off x="558786" y="618680"/>
            <a:ext cx="6756231"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FFFFFF"/>
                </a:solidFill>
                <a:latin typeface="IBM Plex Sans SemiBold"/>
                <a:ea typeface="IBM Plex Sans SemiBold"/>
                <a:cs typeface="IBM Plex Sans SemiBold"/>
              </a:rPr>
              <a:t>MEDISHOP PHARMACY WORKSPACE</a:t>
            </a:r>
            <a:endParaRPr sz="1100"/>
          </a:p>
        </p:txBody>
      </p:sp>
      <p:sp>
        <p:nvSpPr>
          <p:cNvPr id="4" name="Text 2">
            <a:extLst xmlns:a="http://schemas.openxmlformats.org/drawingml/2006/main">
              <a:ext uri="{FF2B5EF4-FFF2-40B4-BE49-F238E27FC236}">
                <a16:creationId xmlns:a16="http://schemas.microsoft.com/office/drawing/2014/main" id="{D78B6B30-2950-4F0A-81EF-222DB9900760}"/>
              </a:ext>
            </a:extLst>
          </p:cNvPr>
          <p:cNvSpPr>
            <a:spLocks xmlns:a="http://schemas.openxmlformats.org/drawingml/2006/main" noGrp="1"/>
          </p:cNvSpPr>
          <p:nvPr/>
        </p:nvSpPr>
        <p:spPr>
          <a:xfrm xmlns:a="http://schemas.openxmlformats.org/drawingml/2006/main">
            <a:off x="558786" y="974761"/>
            <a:ext cx="6299042" cy="11306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4200" b="1" spc="-84">
                <a:solidFill>
                  <a:srgbClr val="FFFFFF"/>
                </a:solidFill>
                <a:latin typeface="Sora Bold"/>
                <a:ea typeface="Sora Bold"/>
                <a:cs typeface="Sora Bold"/>
              </a:rPr>
              <a:t>A clearer way to run your pharmacy</a:t>
            </a:r>
            <a:endParaRPr sz="4200"/>
          </a:p>
        </p:txBody>
      </p:sp>
      <p:sp>
        <p:nvSpPr>
          <p:cNvPr id="5" name="Text 3">
            <a:extLst xmlns:a="http://schemas.openxmlformats.org/drawingml/2006/main">
              <a:ext uri="{FF2B5EF4-FFF2-40B4-BE49-F238E27FC236}">
                <a16:creationId xmlns:a16="http://schemas.microsoft.com/office/drawing/2014/main" id="{0EBF5E8A-8F61-4C57-A4ED-8EEC54E75F0B}"/>
              </a:ext>
            </a:extLst>
          </p:cNvPr>
          <p:cNvSpPr>
            <a:spLocks xmlns:a="http://schemas.openxmlformats.org/drawingml/2006/main" noGrp="1"/>
          </p:cNvSpPr>
          <p:nvPr/>
        </p:nvSpPr>
        <p:spPr>
          <a:xfrm xmlns:a="http://schemas.openxmlformats.org/drawingml/2006/main">
            <a:off x="558786" y="2304721"/>
            <a:ext cx="6299042" cy="6034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Medicine stock, supplier purchases, counter billing, and everyday shop records brought into one steady system.</a:t>
            </a:r>
            <a:endParaRPr sz="1800"/>
          </a:p>
        </p:txBody>
      </p:sp>
      <p:sp>
        <p:nvSpPr>
          <p:cNvPr id="6" name="Shape 4">
            <a:extLst xmlns:a="http://schemas.openxmlformats.org/drawingml/2006/main">
              <a:ext uri="{FF2B5EF4-FFF2-40B4-BE49-F238E27FC236}">
                <a16:creationId xmlns:a16="http://schemas.microsoft.com/office/drawing/2014/main" id="{2594FFB5-4E36-45C1-A532-F95F7F4E6EED}"/>
              </a:ext>
            </a:extLst>
          </p:cNvPr>
          <p:cNvSpPr>
            <a:spLocks xmlns:a="http://schemas.openxmlformats.org/drawingml/2006/main" noGrp="1"/>
          </p:cNvSpPr>
          <p:nvPr/>
        </p:nvSpPr>
        <p:spPr>
          <a:xfrm xmlns:a="http://schemas.openxmlformats.org/drawingml/2006/main">
            <a:off x="558786" y="5617270"/>
            <a:ext cx="1364720" cy="345182"/>
          </a:xfrm>
          <a:prstGeom xmlns:a="http://schemas.openxmlformats.org/drawingml/2006/main" prst="roundRect">
            <a:avLst>
              <a:gd name="adj" fmla="val 49999"/>
            </a:avLst>
          </a:prstGeom>
          <a:solidFill xmlns:a="http://schemas.openxmlformats.org/drawingml/2006/main">
            <a:srgbClr val="0A7C78"/>
          </a:solidFill>
        </p:spPr>
      </p:sp>
      <p:sp>
        <p:nvSpPr>
          <p:cNvPr id="7" name="Text 5">
            <a:extLst xmlns:a="http://schemas.openxmlformats.org/drawingml/2006/main">
              <a:ext uri="{FF2B5EF4-FFF2-40B4-BE49-F238E27FC236}">
                <a16:creationId xmlns:a16="http://schemas.microsoft.com/office/drawing/2014/main" id="{AD9BFA70-800E-4338-B166-92049E425656}"/>
              </a:ext>
            </a:extLst>
          </p:cNvPr>
          <p:cNvSpPr>
            <a:spLocks xmlns:a="http://schemas.openxmlformats.org/drawingml/2006/main" noGrp="1"/>
          </p:cNvSpPr>
          <p:nvPr/>
        </p:nvSpPr>
        <p:spPr>
          <a:xfrm xmlns:a="http://schemas.openxmlformats.org/drawingml/2006/main">
            <a:off x="558786" y="5697661"/>
            <a:ext cx="1364720" cy="1927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5000"/>
              </a:lnSpc>
              <a:buNone/>
            </a:pPr>
            <a:r>
              <a:rPr sz="1100" b="1">
                <a:solidFill>
                  <a:srgbClr val="FFFFFF"/>
                </a:solidFill>
                <a:latin typeface="IBM Plex Sans Bold"/>
                <a:ea typeface="IBM Plex Sans Bold"/>
                <a:cs typeface="IBM Plex Sans Bold"/>
              </a:rPr>
              <a:t>Catalogue</a:t>
            </a:r>
            <a:endParaRPr sz="1100"/>
          </a:p>
        </p:txBody>
      </p:sp>
      <p:sp>
        <p:nvSpPr>
          <p:cNvPr id="8" name="Shape 6">
            <a:extLst xmlns:a="http://schemas.openxmlformats.org/drawingml/2006/main">
              <a:ext uri="{FF2B5EF4-FFF2-40B4-BE49-F238E27FC236}">
                <a16:creationId xmlns:a16="http://schemas.microsoft.com/office/drawing/2014/main" id="{BCE1520B-5E91-437F-969F-B585A43F26ED}"/>
              </a:ext>
            </a:extLst>
          </p:cNvPr>
          <p:cNvSpPr>
            <a:spLocks xmlns:a="http://schemas.openxmlformats.org/drawingml/2006/main" noGrp="1"/>
          </p:cNvSpPr>
          <p:nvPr/>
        </p:nvSpPr>
        <p:spPr>
          <a:xfrm xmlns:a="http://schemas.openxmlformats.org/drawingml/2006/main">
            <a:off x="1923506" y="5770761"/>
            <a:ext cx="314912" cy="38100"/>
          </a:xfrm>
          <a:prstGeom xmlns:a="http://schemas.openxmlformats.org/drawingml/2006/main" prst="roundRect">
            <a:avLst>
              <a:gd name="adj" fmla="val 49999"/>
            </a:avLst>
          </a:prstGeom>
          <a:solidFill xmlns:a="http://schemas.openxmlformats.org/drawingml/2006/main">
            <a:srgbClr val="F2F4ED"/>
          </a:solidFill>
        </p:spPr>
      </p:sp>
      <p:sp>
        <p:nvSpPr>
          <p:cNvPr id="9" name="Shape 7">
            <a:extLst xmlns:a="http://schemas.openxmlformats.org/drawingml/2006/main">
              <a:ext uri="{FF2B5EF4-FFF2-40B4-BE49-F238E27FC236}">
                <a16:creationId xmlns:a16="http://schemas.microsoft.com/office/drawing/2014/main" id="{05D700C4-D822-4259-85A3-C3C4189084AA}"/>
              </a:ext>
            </a:extLst>
          </p:cNvPr>
          <p:cNvSpPr>
            <a:spLocks xmlns:a="http://schemas.openxmlformats.org/drawingml/2006/main" noGrp="1"/>
          </p:cNvSpPr>
          <p:nvPr/>
        </p:nvSpPr>
        <p:spPr>
          <a:xfrm xmlns:a="http://schemas.openxmlformats.org/drawingml/2006/main">
            <a:off x="2238517" y="5617270"/>
            <a:ext cx="1364720" cy="345182"/>
          </a:xfrm>
          <a:prstGeom xmlns:a="http://schemas.openxmlformats.org/drawingml/2006/main" prst="roundRect">
            <a:avLst>
              <a:gd name="adj" fmla="val 49999"/>
            </a:avLst>
          </a:prstGeom>
          <a:solidFill xmlns:a="http://schemas.openxmlformats.org/drawingml/2006/main">
            <a:srgbClr val="0A7C78"/>
          </a:solidFill>
        </p:spPr>
      </p:sp>
      <p:sp>
        <p:nvSpPr>
          <p:cNvPr id="10" name="Text 8">
            <a:extLst xmlns:a="http://schemas.openxmlformats.org/drawingml/2006/main">
              <a:ext uri="{FF2B5EF4-FFF2-40B4-BE49-F238E27FC236}">
                <a16:creationId xmlns:a16="http://schemas.microsoft.com/office/drawing/2014/main" id="{C71377B2-603F-49B4-BFD7-E308F5D29B9F}"/>
              </a:ext>
            </a:extLst>
          </p:cNvPr>
          <p:cNvSpPr>
            <a:spLocks xmlns:a="http://schemas.openxmlformats.org/drawingml/2006/main" noGrp="1"/>
          </p:cNvSpPr>
          <p:nvPr/>
        </p:nvSpPr>
        <p:spPr>
          <a:xfrm xmlns:a="http://schemas.openxmlformats.org/drawingml/2006/main">
            <a:off x="2238517" y="5697661"/>
            <a:ext cx="1364720" cy="1927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5000"/>
              </a:lnSpc>
              <a:buNone/>
            </a:pPr>
            <a:r>
              <a:rPr sz="1100" b="1">
                <a:solidFill>
                  <a:srgbClr val="FFFFFF"/>
                </a:solidFill>
                <a:latin typeface="IBM Plex Sans Bold"/>
                <a:ea typeface="IBM Plex Sans Bold"/>
                <a:cs typeface="IBM Plex Sans Bold"/>
              </a:rPr>
              <a:t>Purchases</a:t>
            </a:r>
            <a:endParaRPr sz="1100"/>
          </a:p>
        </p:txBody>
      </p:sp>
      <p:sp>
        <p:nvSpPr>
          <p:cNvPr id="11" name="Shape 9">
            <a:extLst xmlns:a="http://schemas.openxmlformats.org/drawingml/2006/main">
              <a:ext uri="{FF2B5EF4-FFF2-40B4-BE49-F238E27FC236}">
                <a16:creationId xmlns:a16="http://schemas.microsoft.com/office/drawing/2014/main" id="{B13FAA29-76E0-4DCE-B7A9-E6B465E71FF6}"/>
              </a:ext>
            </a:extLst>
          </p:cNvPr>
          <p:cNvSpPr>
            <a:spLocks xmlns:a="http://schemas.openxmlformats.org/drawingml/2006/main" noGrp="1"/>
          </p:cNvSpPr>
          <p:nvPr/>
        </p:nvSpPr>
        <p:spPr>
          <a:xfrm xmlns:a="http://schemas.openxmlformats.org/drawingml/2006/main">
            <a:off x="3603237" y="5770761"/>
            <a:ext cx="314912" cy="38100"/>
          </a:xfrm>
          <a:prstGeom xmlns:a="http://schemas.openxmlformats.org/drawingml/2006/main" prst="roundRect">
            <a:avLst>
              <a:gd name="adj" fmla="val 49999"/>
            </a:avLst>
          </a:prstGeom>
          <a:solidFill xmlns:a="http://schemas.openxmlformats.org/drawingml/2006/main">
            <a:srgbClr val="F2F4ED"/>
          </a:solidFill>
        </p:spPr>
      </p:sp>
      <p:sp>
        <p:nvSpPr>
          <p:cNvPr id="12" name="Shape 10">
            <a:extLst xmlns:a="http://schemas.openxmlformats.org/drawingml/2006/main">
              <a:ext uri="{FF2B5EF4-FFF2-40B4-BE49-F238E27FC236}">
                <a16:creationId xmlns:a16="http://schemas.microsoft.com/office/drawing/2014/main" id="{551B54A7-E85F-4F2D-8BD6-1005F74E7C21}"/>
              </a:ext>
            </a:extLst>
          </p:cNvPr>
          <p:cNvSpPr>
            <a:spLocks xmlns:a="http://schemas.openxmlformats.org/drawingml/2006/main" noGrp="1"/>
          </p:cNvSpPr>
          <p:nvPr/>
        </p:nvSpPr>
        <p:spPr>
          <a:xfrm xmlns:a="http://schemas.openxmlformats.org/drawingml/2006/main">
            <a:off x="3918249" y="5617270"/>
            <a:ext cx="1364819" cy="345182"/>
          </a:xfrm>
          <a:prstGeom xmlns:a="http://schemas.openxmlformats.org/drawingml/2006/main" prst="roundRect">
            <a:avLst>
              <a:gd name="adj" fmla="val 49999"/>
            </a:avLst>
          </a:prstGeom>
          <a:solidFill xmlns:a="http://schemas.openxmlformats.org/drawingml/2006/main">
            <a:srgbClr val="0A7C78"/>
          </a:solidFill>
        </p:spPr>
      </p:sp>
      <p:sp>
        <p:nvSpPr>
          <p:cNvPr id="13" name="Text 11">
            <a:extLst xmlns:a="http://schemas.openxmlformats.org/drawingml/2006/main">
              <a:ext uri="{FF2B5EF4-FFF2-40B4-BE49-F238E27FC236}">
                <a16:creationId xmlns:a16="http://schemas.microsoft.com/office/drawing/2014/main" id="{9B131D01-18FC-428A-AE13-1F4C0DA1DF87}"/>
              </a:ext>
            </a:extLst>
          </p:cNvPr>
          <p:cNvSpPr>
            <a:spLocks xmlns:a="http://schemas.openxmlformats.org/drawingml/2006/main" noGrp="1"/>
          </p:cNvSpPr>
          <p:nvPr/>
        </p:nvSpPr>
        <p:spPr>
          <a:xfrm xmlns:a="http://schemas.openxmlformats.org/drawingml/2006/main">
            <a:off x="3918249" y="5697661"/>
            <a:ext cx="1364819" cy="1927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5000"/>
              </a:lnSpc>
              <a:buNone/>
            </a:pPr>
            <a:r>
              <a:rPr sz="1100" b="1">
                <a:solidFill>
                  <a:srgbClr val="FFFFFF"/>
                </a:solidFill>
                <a:latin typeface="IBM Plex Sans Bold"/>
                <a:ea typeface="IBM Plex Sans Bold"/>
                <a:cs typeface="IBM Plex Sans Bold"/>
              </a:rPr>
              <a:t>Counter Bill</a:t>
            </a:r>
            <a:endParaRPr sz="1100"/>
          </a:p>
        </p:txBody>
      </p:sp>
      <p:sp>
        <p:nvSpPr>
          <p:cNvPr id="14" name="Shape 12">
            <a:extLst xmlns:a="http://schemas.openxmlformats.org/drawingml/2006/main">
              <a:ext uri="{FF2B5EF4-FFF2-40B4-BE49-F238E27FC236}">
                <a16:creationId xmlns:a16="http://schemas.microsoft.com/office/drawing/2014/main" id="{503BD9B9-439F-4549-AFDF-54E2824D41AD}"/>
              </a:ext>
            </a:extLst>
          </p:cNvPr>
          <p:cNvSpPr>
            <a:spLocks xmlns:a="http://schemas.openxmlformats.org/drawingml/2006/main" noGrp="1"/>
          </p:cNvSpPr>
          <p:nvPr/>
        </p:nvSpPr>
        <p:spPr>
          <a:xfrm xmlns:a="http://schemas.openxmlformats.org/drawingml/2006/main">
            <a:off x="5283068" y="5770761"/>
            <a:ext cx="314912" cy="38100"/>
          </a:xfrm>
          <a:prstGeom xmlns:a="http://schemas.openxmlformats.org/drawingml/2006/main" prst="roundRect">
            <a:avLst>
              <a:gd name="adj" fmla="val 49999"/>
            </a:avLst>
          </a:prstGeom>
          <a:solidFill xmlns:a="http://schemas.openxmlformats.org/drawingml/2006/main">
            <a:srgbClr val="F2F4ED"/>
          </a:solidFill>
        </p:spPr>
      </p:sp>
      <p:sp>
        <p:nvSpPr>
          <p:cNvPr id="15" name="Shape 13">
            <a:extLst xmlns:a="http://schemas.openxmlformats.org/drawingml/2006/main">
              <a:ext uri="{FF2B5EF4-FFF2-40B4-BE49-F238E27FC236}">
                <a16:creationId xmlns:a16="http://schemas.microsoft.com/office/drawing/2014/main" id="{C6E227F4-1BB7-411D-AA68-D03CC02921A8}"/>
              </a:ext>
            </a:extLst>
          </p:cNvPr>
          <p:cNvSpPr>
            <a:spLocks xmlns:a="http://schemas.openxmlformats.org/drawingml/2006/main" noGrp="1"/>
          </p:cNvSpPr>
          <p:nvPr/>
        </p:nvSpPr>
        <p:spPr>
          <a:xfrm xmlns:a="http://schemas.openxmlformats.org/drawingml/2006/main">
            <a:off x="5597980" y="5617270"/>
            <a:ext cx="1259848" cy="345182"/>
          </a:xfrm>
          <a:prstGeom xmlns:a="http://schemas.openxmlformats.org/drawingml/2006/main" prst="roundRect">
            <a:avLst>
              <a:gd name="adj" fmla="val 49999"/>
            </a:avLst>
          </a:prstGeom>
          <a:solidFill xmlns:a="http://schemas.openxmlformats.org/drawingml/2006/main">
            <a:srgbClr val="F26A3D"/>
          </a:solidFill>
        </p:spPr>
      </p:sp>
      <p:sp>
        <p:nvSpPr>
          <p:cNvPr id="16" name="Text 14">
            <a:extLst xmlns:a="http://schemas.openxmlformats.org/drawingml/2006/main">
              <a:ext uri="{FF2B5EF4-FFF2-40B4-BE49-F238E27FC236}">
                <a16:creationId xmlns:a16="http://schemas.microsoft.com/office/drawing/2014/main" id="{BD7F29AB-7E4B-4588-BB89-D43C7E953705}"/>
              </a:ext>
            </a:extLst>
          </p:cNvPr>
          <p:cNvSpPr>
            <a:spLocks xmlns:a="http://schemas.openxmlformats.org/drawingml/2006/main" noGrp="1"/>
          </p:cNvSpPr>
          <p:nvPr/>
        </p:nvSpPr>
        <p:spPr>
          <a:xfrm xmlns:a="http://schemas.openxmlformats.org/drawingml/2006/main">
            <a:off x="5597980" y="5697661"/>
            <a:ext cx="1259848" cy="1927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5000"/>
              </a:lnSpc>
              <a:buNone/>
            </a:pPr>
            <a:r>
              <a:rPr sz="1100" b="1">
                <a:solidFill>
                  <a:srgbClr val="10201D"/>
                </a:solidFill>
                <a:latin typeface="IBM Plex Sans Bold"/>
                <a:ea typeface="IBM Plex Sans Bold"/>
                <a:cs typeface="IBM Plex Sans Bold"/>
              </a:rPr>
              <a:t>Shop Ledgers</a:t>
            </a:r>
            <a:endParaRPr sz="1100"/>
          </a:p>
        </p:txBody>
      </p:sp>
      <p:sp>
        <p:nvSpPr>
          <p:cNvPr id="17" name="Text 15">
            <a:extLst xmlns:a="http://schemas.openxmlformats.org/drawingml/2006/main">
              <a:ext uri="{FF2B5EF4-FFF2-40B4-BE49-F238E27FC236}">
                <a16:creationId xmlns:a16="http://schemas.microsoft.com/office/drawing/2014/main" id="{78545874-F42D-463E-9A75-66A98B85CF0D}"/>
              </a:ext>
            </a:extLst>
          </p:cNvPr>
          <p:cNvSpPr>
            <a:spLocks xmlns:a="http://schemas.openxmlformats.org/drawingml/2006/main" noGrp="1"/>
          </p:cNvSpPr>
          <p:nvPr/>
        </p:nvSpPr>
        <p:spPr>
          <a:xfrm xmlns:a="http://schemas.openxmlformats.org/drawingml/2006/main">
            <a:off x="558786" y="6146538"/>
            <a:ext cx="6756231" cy="18434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100">
                <a:solidFill>
                  <a:srgbClr val="FFFFFF"/>
                </a:solidFill>
                <a:latin typeface="IBM Plex Sans"/>
                <a:ea typeface="IBM Plex Sans"/>
                <a:cs typeface="IBM Plex Sans"/>
              </a:rPr>
              <a:t>Independent retail pharmacy walkthrough · Practical operations overview</a:t>
            </a:r>
            <a:endParaRPr sz="1100"/>
          </a:p>
        </p:txBody>
      </p:sp>
      <p:pic>
        <p:nvPicPr>
          <p:cNvPr id="18" name="Image 0">
            <a:extLst xmlns:a="http://schemas.openxmlformats.org/drawingml/2006/main">
              <a:ext uri="{FF2B5EF4-FFF2-40B4-BE49-F238E27FC236}">
                <a16:creationId xmlns:a16="http://schemas.microsoft.com/office/drawing/2014/main" id="{858FA87B-9FDB-47B5-8BCA-8B8000076376}"/>
              </a:ext>
            </a:extLst>
          </p:cNvPr>
          <p:cNvPicPr>
            <a:picLocks xmlns:a="http://schemas.openxmlformats.org/drawingml/2006/main" noChangeAspect="1"/>
          </p:cNvPicPr>
          <p:nvPr/>
        </p:nvPicPr>
        <p:blipFill>
          <a:blip xmlns:r="http://schemas.openxmlformats.org/officeDocument/2006/relationships" xmlns:a="http://schemas.openxmlformats.org/drawingml/2006/main" r:embed="Rca9b7d8d94a64152"/>
          <a:stretch xmlns:a="http://schemas.openxmlformats.org/drawingml/2006/main">
            <a:fillRect l="0" t="0" r="0" b="0"/>
          </a:stretch>
        </p:blipFill>
        <p:spPr>
          <a:xfrm xmlns:a="http://schemas.openxmlformats.org/drawingml/2006/main">
            <a:off x="7315017" y="0"/>
            <a:ext cx="4876678" cy="6858000"/>
          </a:xfrm>
          <a:prstGeom xmlns:a="http://schemas.openxmlformats.org/drawingml/2006/main" prst="rect">
            <a:avLst/>
          </a:prstGeom>
        </p:spPr>
      </p:pic>
    </p:spTree>
    <p:extLst>
      <p:ext uri="{BB962C8B-B14F-4D97-AF65-F5344CB8AC3E}">
        <p14:creationId xmlns:p14="http://schemas.microsoft.com/office/powerpoint/2010/main" val="189393622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60E3D3-6487-4EC2-B31F-79392B03C0FB}"/>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DAILY PHARMACY ROUTINE</a:t>
            </a:r>
            <a:endParaRPr sz="1100"/>
          </a:p>
        </p:txBody>
      </p:sp>
      <p:sp>
        <p:nvSpPr>
          <p:cNvPr id="3" name="Text 1">
            <a:extLst xmlns:a="http://schemas.openxmlformats.org/drawingml/2006/main">
              <a:ext uri="{FF2B5EF4-FFF2-40B4-BE49-F238E27FC236}">
                <a16:creationId xmlns:a16="http://schemas.microsoft.com/office/drawing/2014/main" id="{9AE79D69-0AAC-4029-9345-BECD72232C4E}"/>
              </a:ext>
            </a:extLst>
          </p:cNvPr>
          <p:cNvSpPr>
            <a:spLocks xmlns:a="http://schemas.openxmlformats.org/drawingml/2006/main" noGrp="1"/>
          </p:cNvSpPr>
          <p:nvPr/>
        </p:nvSpPr>
        <p:spPr>
          <a:xfrm xmlns:a="http://schemas.openxmlformats.org/drawingml/2006/main">
            <a:off x="507987" y="734159"/>
            <a:ext cx="11175720" cy="40382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3000" b="1" spc="-60">
                <a:solidFill>
                  <a:srgbClr val="10201D"/>
                </a:solidFill>
                <a:latin typeface="Sora Bold"/>
                <a:ea typeface="Sora Bold"/>
                <a:cs typeface="Sora Bold"/>
              </a:rPr>
              <a:t>A shop runs on many connected tasks</a:t>
            </a:r>
            <a:endParaRPr sz="3000"/>
          </a:p>
        </p:txBody>
      </p:sp>
      <p:sp>
        <p:nvSpPr>
          <p:cNvPr id="4" name="Text 2">
            <a:extLst xmlns:a="http://schemas.openxmlformats.org/drawingml/2006/main">
              <a:ext uri="{FF2B5EF4-FFF2-40B4-BE49-F238E27FC236}">
                <a16:creationId xmlns:a16="http://schemas.microsoft.com/office/drawing/2014/main" id="{9A1537EF-D175-4F1B-9449-72D7D14DC0B1}"/>
              </a:ext>
            </a:extLst>
          </p:cNvPr>
          <p:cNvSpPr>
            <a:spLocks xmlns:a="http://schemas.openxmlformats.org/drawingml/2006/main" noGrp="1"/>
          </p:cNvSpPr>
          <p:nvPr/>
        </p:nvSpPr>
        <p:spPr>
          <a:xfrm xmlns:a="http://schemas.openxmlformats.org/drawingml/2006/main">
            <a:off x="507987" y="1370834"/>
            <a:ext cx="11175720"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When stock entry, billing counters, and customer ledgers sit in separate notebooks or point software, tracing what happened last week becomes heavy work.</a:t>
            </a:r>
            <a:endParaRPr sz="1700"/>
          </a:p>
        </p:txBody>
      </p:sp>
      <p:sp>
        <p:nvSpPr>
          <p:cNvPr id="5" name="Shape 3">
            <a:extLst xmlns:a="http://schemas.openxmlformats.org/drawingml/2006/main">
              <a:ext uri="{FF2B5EF4-FFF2-40B4-BE49-F238E27FC236}">
                <a16:creationId xmlns:a16="http://schemas.microsoft.com/office/drawing/2014/main" id="{8E162C51-13DE-4ADA-8194-C5B07F4781D6}"/>
              </a:ext>
            </a:extLst>
          </p:cNvPr>
          <p:cNvSpPr>
            <a:spLocks xmlns:a="http://schemas.openxmlformats.org/drawingml/2006/main" noGrp="1"/>
          </p:cNvSpPr>
          <p:nvPr/>
        </p:nvSpPr>
        <p:spPr>
          <a:xfrm xmlns:a="http://schemas.openxmlformats.org/drawingml/2006/main">
            <a:off x="507987" y="3863280"/>
            <a:ext cx="11175720" cy="28575"/>
          </a:xfrm>
          <a:prstGeom xmlns:a="http://schemas.openxmlformats.org/drawingml/2006/main" prst="roundRect">
            <a:avLst>
              <a:gd name="adj" fmla="val 49999"/>
            </a:avLst>
          </a:prstGeom>
          <a:solidFill xmlns:a="http://schemas.openxmlformats.org/drawingml/2006/main">
            <a:srgbClr val="CBCFC0"/>
          </a:solidFill>
        </p:spPr>
      </p:sp>
      <p:sp>
        <p:nvSpPr>
          <p:cNvPr id="6" name="Shape 4">
            <a:extLst xmlns:a="http://schemas.openxmlformats.org/drawingml/2006/main">
              <a:ext uri="{FF2B5EF4-FFF2-40B4-BE49-F238E27FC236}">
                <a16:creationId xmlns:a16="http://schemas.microsoft.com/office/drawing/2014/main" id="{6665EB14-6A81-4694-B98E-232A1962F094}"/>
              </a:ext>
            </a:extLst>
          </p:cNvPr>
          <p:cNvSpPr>
            <a:spLocks xmlns:a="http://schemas.openxmlformats.org/drawingml/2006/main" noGrp="1"/>
          </p:cNvSpPr>
          <p:nvPr/>
        </p:nvSpPr>
        <p:spPr>
          <a:xfrm xmlns:a="http://schemas.openxmlformats.org/drawingml/2006/main">
            <a:off x="2266298" y="34314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7" name="Shape 5">
            <a:extLst xmlns:a="http://schemas.openxmlformats.org/drawingml/2006/main">
              <a:ext uri="{FF2B5EF4-FFF2-40B4-BE49-F238E27FC236}">
                <a16:creationId xmlns:a16="http://schemas.microsoft.com/office/drawing/2014/main" id="{848EB056-B226-4772-92FA-E7CCFA5AF44C}"/>
              </a:ext>
            </a:extLst>
          </p:cNvPr>
          <p:cNvSpPr>
            <a:spLocks xmlns:a="http://schemas.openxmlformats.org/drawingml/2006/main" noGrp="1"/>
          </p:cNvSpPr>
          <p:nvPr/>
        </p:nvSpPr>
        <p:spPr>
          <a:xfrm xmlns:a="http://schemas.openxmlformats.org/drawingml/2006/main">
            <a:off x="2199625" y="3782318"/>
            <a:ext cx="161921" cy="161925"/>
          </a:xfrm>
          <a:prstGeom xmlns:a="http://schemas.openxmlformats.org/drawingml/2006/main" prst="ellipse">
            <a:avLst/>
          </a:prstGeom>
          <a:solidFill xmlns:a="http://schemas.openxmlformats.org/drawingml/2006/main">
            <a:srgbClr val="083C35"/>
          </a:solidFill>
        </p:spPr>
      </p:sp>
      <p:sp>
        <p:nvSpPr>
          <p:cNvPr id="8" name="Text 6">
            <a:extLst xmlns:a="http://schemas.openxmlformats.org/drawingml/2006/main">
              <a:ext uri="{FF2B5EF4-FFF2-40B4-BE49-F238E27FC236}">
                <a16:creationId xmlns:a16="http://schemas.microsoft.com/office/drawing/2014/main" id="{62E0338E-C3AC-4B61-9752-7BB65B6A8865}"/>
              </a:ext>
            </a:extLst>
          </p:cNvPr>
          <p:cNvSpPr>
            <a:spLocks xmlns:a="http://schemas.openxmlformats.org/drawingml/2006/main" noGrp="1"/>
          </p:cNvSpPr>
          <p:nvPr/>
        </p:nvSpPr>
        <p:spPr>
          <a:xfrm xmlns:a="http://schemas.openxmlformats.org/drawingml/2006/main">
            <a:off x="723832" y="2188666"/>
            <a:ext cx="3113506"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Supplier delivery</a:t>
            </a:r>
            <a:endParaRPr sz="1800"/>
          </a:p>
        </p:txBody>
      </p:sp>
      <p:sp>
        <p:nvSpPr>
          <p:cNvPr id="9" name="Text 7">
            <a:extLst xmlns:a="http://schemas.openxmlformats.org/drawingml/2006/main">
              <a:ext uri="{FF2B5EF4-FFF2-40B4-BE49-F238E27FC236}">
                <a16:creationId xmlns:a16="http://schemas.microsoft.com/office/drawing/2014/main" id="{200386B2-5F5A-43A0-ADA7-BCCAC97F161E}"/>
              </a:ext>
            </a:extLst>
          </p:cNvPr>
          <p:cNvSpPr>
            <a:spLocks xmlns:a="http://schemas.openxmlformats.org/drawingml/2006/main" noGrp="1"/>
          </p:cNvSpPr>
          <p:nvPr/>
        </p:nvSpPr>
        <p:spPr>
          <a:xfrm xmlns:a="http://schemas.openxmlformats.org/drawingml/2006/main">
            <a:off x="723882" y="2619871"/>
            <a:ext cx="3113506"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Distributor drops cartons with invoice and batch details</a:t>
            </a:r>
            <a:endParaRPr sz="1700"/>
          </a:p>
        </p:txBody>
      </p:sp>
      <p:sp>
        <p:nvSpPr>
          <p:cNvPr id="10" name="Shape 8">
            <a:extLst xmlns:a="http://schemas.openxmlformats.org/drawingml/2006/main">
              <a:ext uri="{FF2B5EF4-FFF2-40B4-BE49-F238E27FC236}">
                <a16:creationId xmlns:a16="http://schemas.microsoft.com/office/drawing/2014/main" id="{63FFB2D3-D2DC-4815-B486-4DB4E1839F8A}"/>
              </a:ext>
            </a:extLst>
          </p:cNvPr>
          <p:cNvSpPr>
            <a:spLocks xmlns:a="http://schemas.openxmlformats.org/drawingml/2006/main" noGrp="1"/>
          </p:cNvSpPr>
          <p:nvPr/>
        </p:nvSpPr>
        <p:spPr>
          <a:xfrm xmlns:a="http://schemas.openxmlformats.org/drawingml/2006/main">
            <a:off x="4173830" y="38632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11" name="Shape 9">
            <a:extLst xmlns:a="http://schemas.openxmlformats.org/drawingml/2006/main">
              <a:ext uri="{FF2B5EF4-FFF2-40B4-BE49-F238E27FC236}">
                <a16:creationId xmlns:a16="http://schemas.microsoft.com/office/drawing/2014/main" id="{1BC20375-214C-4AED-B0BB-544428BEC964}"/>
              </a:ext>
            </a:extLst>
          </p:cNvPr>
          <p:cNvSpPr>
            <a:spLocks xmlns:a="http://schemas.openxmlformats.org/drawingml/2006/main" noGrp="1"/>
          </p:cNvSpPr>
          <p:nvPr/>
        </p:nvSpPr>
        <p:spPr>
          <a:xfrm xmlns:a="http://schemas.openxmlformats.org/drawingml/2006/main">
            <a:off x="4107157" y="3782318"/>
            <a:ext cx="161921" cy="161925"/>
          </a:xfrm>
          <a:prstGeom xmlns:a="http://schemas.openxmlformats.org/drawingml/2006/main" prst="ellipse">
            <a:avLst/>
          </a:prstGeom>
          <a:solidFill xmlns:a="http://schemas.openxmlformats.org/drawingml/2006/main">
            <a:srgbClr val="083C35"/>
          </a:solidFill>
        </p:spPr>
      </p:sp>
      <p:sp>
        <p:nvSpPr>
          <p:cNvPr id="12" name="Text 10">
            <a:extLst xmlns:a="http://schemas.openxmlformats.org/drawingml/2006/main">
              <a:ext uri="{FF2B5EF4-FFF2-40B4-BE49-F238E27FC236}">
                <a16:creationId xmlns:a16="http://schemas.microsoft.com/office/drawing/2014/main" id="{5FE5316D-CCEB-422F-A90B-B9739247B1F5}"/>
              </a:ext>
            </a:extLst>
          </p:cNvPr>
          <p:cNvSpPr>
            <a:spLocks xmlns:a="http://schemas.openxmlformats.org/drawingml/2006/main" noGrp="1"/>
          </p:cNvSpPr>
          <p:nvPr/>
        </p:nvSpPr>
        <p:spPr>
          <a:xfrm xmlns:a="http://schemas.openxmlformats.org/drawingml/2006/main">
            <a:off x="2631364" y="4510980"/>
            <a:ext cx="3113506"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Stock entry</a:t>
            </a:r>
            <a:endParaRPr sz="1800"/>
          </a:p>
        </p:txBody>
      </p:sp>
      <p:sp>
        <p:nvSpPr>
          <p:cNvPr id="13" name="Text 11">
            <a:extLst xmlns:a="http://schemas.openxmlformats.org/drawingml/2006/main">
              <a:ext uri="{FF2B5EF4-FFF2-40B4-BE49-F238E27FC236}">
                <a16:creationId xmlns:a16="http://schemas.microsoft.com/office/drawing/2014/main" id="{CAFED9E5-16AA-4815-99A8-05A543E6349E}"/>
              </a:ext>
            </a:extLst>
          </p:cNvPr>
          <p:cNvSpPr>
            <a:spLocks xmlns:a="http://schemas.openxmlformats.org/drawingml/2006/main" noGrp="1"/>
          </p:cNvSpPr>
          <p:nvPr/>
        </p:nvSpPr>
        <p:spPr>
          <a:xfrm xmlns:a="http://schemas.openxmlformats.org/drawingml/2006/main">
            <a:off x="2631414" y="4942185"/>
            <a:ext cx="3113506"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Record batch number, expiry date, purchase rate, and MRP</a:t>
            </a:r>
            <a:endParaRPr sz="1700"/>
          </a:p>
        </p:txBody>
      </p:sp>
      <p:sp>
        <p:nvSpPr>
          <p:cNvPr id="14" name="Shape 12">
            <a:extLst xmlns:a="http://schemas.openxmlformats.org/drawingml/2006/main">
              <a:ext uri="{FF2B5EF4-FFF2-40B4-BE49-F238E27FC236}">
                <a16:creationId xmlns:a16="http://schemas.microsoft.com/office/drawing/2014/main" id="{28D41086-73BA-452E-97FD-22D59CF9716D}"/>
              </a:ext>
            </a:extLst>
          </p:cNvPr>
          <p:cNvSpPr>
            <a:spLocks xmlns:a="http://schemas.openxmlformats.org/drawingml/2006/main" noGrp="1"/>
          </p:cNvSpPr>
          <p:nvPr/>
        </p:nvSpPr>
        <p:spPr>
          <a:xfrm xmlns:a="http://schemas.openxmlformats.org/drawingml/2006/main">
            <a:off x="6081461" y="34314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15" name="Shape 13">
            <a:extLst xmlns:a="http://schemas.openxmlformats.org/drawingml/2006/main">
              <a:ext uri="{FF2B5EF4-FFF2-40B4-BE49-F238E27FC236}">
                <a16:creationId xmlns:a16="http://schemas.microsoft.com/office/drawing/2014/main" id="{A59B7AA6-8833-4FD3-85FC-9CA989F7A45B}"/>
              </a:ext>
            </a:extLst>
          </p:cNvPr>
          <p:cNvSpPr>
            <a:spLocks xmlns:a="http://schemas.openxmlformats.org/drawingml/2006/main" noGrp="1"/>
          </p:cNvSpPr>
          <p:nvPr/>
        </p:nvSpPr>
        <p:spPr>
          <a:xfrm xmlns:a="http://schemas.openxmlformats.org/drawingml/2006/main">
            <a:off x="6014788" y="3782318"/>
            <a:ext cx="161921" cy="161925"/>
          </a:xfrm>
          <a:prstGeom xmlns:a="http://schemas.openxmlformats.org/drawingml/2006/main" prst="ellipse">
            <a:avLst/>
          </a:prstGeom>
          <a:solidFill xmlns:a="http://schemas.openxmlformats.org/drawingml/2006/main">
            <a:srgbClr val="083C35"/>
          </a:solidFill>
        </p:spPr>
      </p:sp>
      <p:sp>
        <p:nvSpPr>
          <p:cNvPr id="16" name="Text 14">
            <a:extLst xmlns:a="http://schemas.openxmlformats.org/drawingml/2006/main">
              <a:ext uri="{FF2B5EF4-FFF2-40B4-BE49-F238E27FC236}">
                <a16:creationId xmlns:a16="http://schemas.microsoft.com/office/drawing/2014/main" id="{4451C514-4D40-4908-8E3C-D3C85ED68D3D}"/>
              </a:ext>
            </a:extLst>
          </p:cNvPr>
          <p:cNvSpPr>
            <a:spLocks xmlns:a="http://schemas.openxmlformats.org/drawingml/2006/main" noGrp="1"/>
          </p:cNvSpPr>
          <p:nvPr/>
        </p:nvSpPr>
        <p:spPr>
          <a:xfrm xmlns:a="http://schemas.openxmlformats.org/drawingml/2006/main">
            <a:off x="4538995" y="2188666"/>
            <a:ext cx="3113506"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Counter inquiry</a:t>
            </a:r>
            <a:endParaRPr sz="1800"/>
          </a:p>
        </p:txBody>
      </p:sp>
      <p:sp>
        <p:nvSpPr>
          <p:cNvPr id="17" name="Text 15">
            <a:extLst xmlns:a="http://schemas.openxmlformats.org/drawingml/2006/main">
              <a:ext uri="{FF2B5EF4-FFF2-40B4-BE49-F238E27FC236}">
                <a16:creationId xmlns:a16="http://schemas.microsoft.com/office/drawing/2014/main" id="{69CF27AE-0E35-4B90-AA22-637A08DA7726}"/>
              </a:ext>
            </a:extLst>
          </p:cNvPr>
          <p:cNvSpPr>
            <a:spLocks xmlns:a="http://schemas.openxmlformats.org/drawingml/2006/main" noGrp="1"/>
          </p:cNvSpPr>
          <p:nvPr/>
        </p:nvSpPr>
        <p:spPr>
          <a:xfrm xmlns:a="http://schemas.openxmlformats.org/drawingml/2006/main">
            <a:off x="4539045" y="2619871"/>
            <a:ext cx="3113506"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Locate exact strip on shelf and check live quantity</a:t>
            </a:r>
            <a:endParaRPr sz="1700"/>
          </a:p>
        </p:txBody>
      </p:sp>
      <p:sp>
        <p:nvSpPr>
          <p:cNvPr id="18" name="Shape 16">
            <a:extLst xmlns:a="http://schemas.openxmlformats.org/drawingml/2006/main">
              <a:ext uri="{FF2B5EF4-FFF2-40B4-BE49-F238E27FC236}">
                <a16:creationId xmlns:a16="http://schemas.microsoft.com/office/drawing/2014/main" id="{42E5C335-78C9-4F3B-805F-D60B0C730A7E}"/>
              </a:ext>
            </a:extLst>
          </p:cNvPr>
          <p:cNvSpPr>
            <a:spLocks xmlns:a="http://schemas.openxmlformats.org/drawingml/2006/main" noGrp="1"/>
          </p:cNvSpPr>
          <p:nvPr/>
        </p:nvSpPr>
        <p:spPr>
          <a:xfrm xmlns:a="http://schemas.openxmlformats.org/drawingml/2006/main">
            <a:off x="7989092" y="38632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19" name="Shape 17">
            <a:extLst xmlns:a="http://schemas.openxmlformats.org/drawingml/2006/main">
              <a:ext uri="{FF2B5EF4-FFF2-40B4-BE49-F238E27FC236}">
                <a16:creationId xmlns:a16="http://schemas.microsoft.com/office/drawing/2014/main" id="{466A2354-1081-4843-886A-4CD7F5119039}"/>
              </a:ext>
            </a:extLst>
          </p:cNvPr>
          <p:cNvSpPr>
            <a:spLocks xmlns:a="http://schemas.openxmlformats.org/drawingml/2006/main" noGrp="1"/>
          </p:cNvSpPr>
          <p:nvPr/>
        </p:nvSpPr>
        <p:spPr>
          <a:xfrm xmlns:a="http://schemas.openxmlformats.org/drawingml/2006/main">
            <a:off x="7922419" y="3782318"/>
            <a:ext cx="161921" cy="161925"/>
          </a:xfrm>
          <a:prstGeom xmlns:a="http://schemas.openxmlformats.org/drawingml/2006/main" prst="ellipse">
            <a:avLst/>
          </a:prstGeom>
          <a:solidFill xmlns:a="http://schemas.openxmlformats.org/drawingml/2006/main">
            <a:srgbClr val="083C35"/>
          </a:solidFill>
        </p:spPr>
      </p:sp>
      <p:sp>
        <p:nvSpPr>
          <p:cNvPr id="20" name="Text 18">
            <a:extLst xmlns:a="http://schemas.openxmlformats.org/drawingml/2006/main">
              <a:ext uri="{FF2B5EF4-FFF2-40B4-BE49-F238E27FC236}">
                <a16:creationId xmlns:a16="http://schemas.microsoft.com/office/drawing/2014/main" id="{4A2483A8-7841-428C-833D-8FD62415B7D0}"/>
              </a:ext>
            </a:extLst>
          </p:cNvPr>
          <p:cNvSpPr>
            <a:spLocks xmlns:a="http://schemas.openxmlformats.org/drawingml/2006/main" noGrp="1"/>
          </p:cNvSpPr>
          <p:nvPr/>
        </p:nvSpPr>
        <p:spPr>
          <a:xfrm xmlns:a="http://schemas.openxmlformats.org/drawingml/2006/main">
            <a:off x="6446577" y="4510980"/>
            <a:ext cx="3113605"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Bill and pay</a:t>
            </a:r>
            <a:endParaRPr sz="1800"/>
          </a:p>
        </p:txBody>
      </p:sp>
      <p:sp>
        <p:nvSpPr>
          <p:cNvPr id="21" name="Text 19">
            <a:extLst xmlns:a="http://schemas.openxmlformats.org/drawingml/2006/main">
              <a:ext uri="{FF2B5EF4-FFF2-40B4-BE49-F238E27FC236}">
                <a16:creationId xmlns:a16="http://schemas.microsoft.com/office/drawing/2014/main" id="{B2033DBF-E7D2-4614-AC96-00F48B1E7A39}"/>
              </a:ext>
            </a:extLst>
          </p:cNvPr>
          <p:cNvSpPr>
            <a:spLocks xmlns:a="http://schemas.openxmlformats.org/drawingml/2006/main" noGrp="1"/>
          </p:cNvSpPr>
          <p:nvPr/>
        </p:nvSpPr>
        <p:spPr>
          <a:xfrm xmlns:a="http://schemas.openxmlformats.org/drawingml/2006/main">
            <a:off x="6446577" y="4942185"/>
            <a:ext cx="3113605"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Apply customer payment by cash, UPI, card, or store credit</a:t>
            </a:r>
            <a:endParaRPr sz="1700"/>
          </a:p>
        </p:txBody>
      </p:sp>
      <p:sp>
        <p:nvSpPr>
          <p:cNvPr id="22" name="Shape 20">
            <a:extLst xmlns:a="http://schemas.openxmlformats.org/drawingml/2006/main">
              <a:ext uri="{FF2B5EF4-FFF2-40B4-BE49-F238E27FC236}">
                <a16:creationId xmlns:a16="http://schemas.microsoft.com/office/drawing/2014/main" id="{0EC804C2-7819-47FC-84C4-FFF1EC8D9D49}"/>
              </a:ext>
            </a:extLst>
          </p:cNvPr>
          <p:cNvSpPr>
            <a:spLocks xmlns:a="http://schemas.openxmlformats.org/drawingml/2006/main" noGrp="1"/>
          </p:cNvSpPr>
          <p:nvPr/>
        </p:nvSpPr>
        <p:spPr>
          <a:xfrm xmlns:a="http://schemas.openxmlformats.org/drawingml/2006/main">
            <a:off x="9896624" y="3431480"/>
            <a:ext cx="28574" cy="431800"/>
          </a:xfrm>
          <a:prstGeom xmlns:a="http://schemas.openxmlformats.org/drawingml/2006/main" prst="roundRect">
            <a:avLst>
              <a:gd name="adj" fmla="val 50000"/>
            </a:avLst>
          </a:prstGeom>
          <a:solidFill xmlns:a="http://schemas.openxmlformats.org/drawingml/2006/main">
            <a:srgbClr val="CBCFC0"/>
          </a:solidFill>
        </p:spPr>
      </p:sp>
      <p:sp>
        <p:nvSpPr>
          <p:cNvPr id="23" name="Shape 21">
            <a:extLst xmlns:a="http://schemas.openxmlformats.org/drawingml/2006/main">
              <a:ext uri="{FF2B5EF4-FFF2-40B4-BE49-F238E27FC236}">
                <a16:creationId xmlns:a16="http://schemas.microsoft.com/office/drawing/2014/main" id="{98E7CC92-DC9A-4AB2-8110-FD4980329B2B}"/>
              </a:ext>
            </a:extLst>
          </p:cNvPr>
          <p:cNvSpPr>
            <a:spLocks xmlns:a="http://schemas.openxmlformats.org/drawingml/2006/main" noGrp="1"/>
          </p:cNvSpPr>
          <p:nvPr/>
        </p:nvSpPr>
        <p:spPr>
          <a:xfrm xmlns:a="http://schemas.openxmlformats.org/drawingml/2006/main">
            <a:off x="9829951" y="3782318"/>
            <a:ext cx="161921" cy="161925"/>
          </a:xfrm>
          <a:prstGeom xmlns:a="http://schemas.openxmlformats.org/drawingml/2006/main" prst="ellipse">
            <a:avLst/>
          </a:prstGeom>
          <a:solidFill xmlns:a="http://schemas.openxmlformats.org/drawingml/2006/main">
            <a:srgbClr val="083C35"/>
          </a:solidFill>
        </p:spPr>
      </p:sp>
      <p:sp>
        <p:nvSpPr>
          <p:cNvPr id="24" name="Text 22">
            <a:extLst xmlns:a="http://schemas.openxmlformats.org/drawingml/2006/main">
              <a:ext uri="{FF2B5EF4-FFF2-40B4-BE49-F238E27FC236}">
                <a16:creationId xmlns:a16="http://schemas.microsoft.com/office/drawing/2014/main" id="{7CD9E9CC-9601-496C-B225-D0A1B007B450}"/>
              </a:ext>
            </a:extLst>
          </p:cNvPr>
          <p:cNvSpPr>
            <a:spLocks xmlns:a="http://schemas.openxmlformats.org/drawingml/2006/main" noGrp="1"/>
          </p:cNvSpPr>
          <p:nvPr/>
        </p:nvSpPr>
        <p:spPr>
          <a:xfrm xmlns:a="http://schemas.openxmlformats.org/drawingml/2006/main">
            <a:off x="8354159" y="2188666"/>
            <a:ext cx="3113506"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800" b="1" spc="-36">
                <a:solidFill>
                  <a:srgbClr val="10201D"/>
                </a:solidFill>
                <a:latin typeface="Sora Bold"/>
                <a:ea typeface="Sora Bold"/>
                <a:cs typeface="Sora Bold"/>
              </a:rPr>
              <a:t>Return or review</a:t>
            </a:r>
            <a:endParaRPr sz="1800"/>
          </a:p>
        </p:txBody>
      </p:sp>
      <p:sp>
        <p:nvSpPr>
          <p:cNvPr id="25" name="Text 23">
            <a:extLst xmlns:a="http://schemas.openxmlformats.org/drawingml/2006/main">
              <a:ext uri="{FF2B5EF4-FFF2-40B4-BE49-F238E27FC236}">
                <a16:creationId xmlns:a16="http://schemas.microsoft.com/office/drawing/2014/main" id="{83A1A68B-9E00-49B8-8CDF-D07AFAAC0511}"/>
              </a:ext>
            </a:extLst>
          </p:cNvPr>
          <p:cNvSpPr>
            <a:spLocks xmlns:a="http://schemas.openxmlformats.org/drawingml/2006/main" noGrp="1"/>
          </p:cNvSpPr>
          <p:nvPr/>
        </p:nvSpPr>
        <p:spPr>
          <a:xfrm xmlns:a="http://schemas.openxmlformats.org/drawingml/2006/main">
            <a:off x="8354208" y="2619871"/>
            <a:ext cx="3113506"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700">
                <a:solidFill>
                  <a:srgbClr val="10201D"/>
                </a:solidFill>
                <a:latin typeface="IBM Plex Sans"/>
                <a:ea typeface="IBM Plex Sans"/>
                <a:cs typeface="IBM Plex Sans"/>
              </a:rPr>
              <a:t>Handle strip exchange and check day-end register balance</a:t>
            </a:r>
            <a:endParaRPr sz="1700"/>
          </a:p>
        </p:txBody>
      </p:sp>
      <p:sp>
        <p:nvSpPr>
          <p:cNvPr id="26" name="Shape 24">
            <a:extLst xmlns:a="http://schemas.openxmlformats.org/drawingml/2006/main">
              <a:ext uri="{FF2B5EF4-FFF2-40B4-BE49-F238E27FC236}">
                <a16:creationId xmlns:a16="http://schemas.microsoft.com/office/drawing/2014/main" id="{C59018A8-A44E-47D0-8931-CCCD4F78D675}"/>
              </a:ext>
            </a:extLst>
          </p:cNvPr>
          <p:cNvSpPr>
            <a:spLocks xmlns:a="http://schemas.openxmlformats.org/drawingml/2006/main" noGrp="1"/>
          </p:cNvSpPr>
          <p:nvPr/>
        </p:nvSpPr>
        <p:spPr>
          <a:xfrm xmlns:a="http://schemas.openxmlformats.org/drawingml/2006/main">
            <a:off x="507987" y="5766495"/>
            <a:ext cx="8568019" cy="769938"/>
          </a:xfrm>
          <a:prstGeom xmlns:a="http://schemas.openxmlformats.org/drawingml/2006/main" prst="roundRect">
            <a:avLst>
              <a:gd name="adj" fmla="val 27711"/>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27" name="Text 25">
            <a:extLst xmlns:a="http://schemas.openxmlformats.org/drawingml/2006/main">
              <a:ext uri="{FF2B5EF4-FFF2-40B4-BE49-F238E27FC236}">
                <a16:creationId xmlns:a16="http://schemas.microsoft.com/office/drawing/2014/main" id="{DC886014-FCE0-4727-AC3E-60B19A60F805}"/>
              </a:ext>
            </a:extLst>
          </p:cNvPr>
          <p:cNvSpPr>
            <a:spLocks xmlns:a="http://schemas.openxmlformats.org/drawingml/2006/main" noGrp="1"/>
          </p:cNvSpPr>
          <p:nvPr/>
        </p:nvSpPr>
        <p:spPr>
          <a:xfrm xmlns:a="http://schemas.openxmlformats.org/drawingml/2006/main">
            <a:off x="723882" y="5911529"/>
            <a:ext cx="8136230"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b="1">
                <a:solidFill>
                  <a:srgbClr val="10201D"/>
                </a:solidFill>
                <a:latin typeface="IBM Plex Sans Bold"/>
                <a:ea typeface="IBM Plex Sans Bold"/>
                <a:cs typeface="IBM Plex Sans Bold"/>
              </a:rPr>
              <a:t>A common workflow topic:</a:t>
            </a:r>
            <a:r>
              <a:rPr sz="1400">
                <a:solidFill>
                  <a:srgbClr val="10201D"/>
                </a:solidFill>
                <a:latin typeface="IBM Plex Sans"/>
                <a:ea typeface="IBM Plex Sans"/>
                <a:cs typeface="IBM Plex Sans"/>
              </a:rPr>
              <a:t> Disconnected records do not mean a shop is mismanaged; it simply means staff spend valuable counter time cross-checking notebooks instead of serving patients.</a:t>
            </a:r>
            <a:endParaRPr sz="1400"/>
          </a:p>
        </p:txBody>
      </p:sp>
    </p:spTree>
    <p:extLst>
      <p:ext uri="{BB962C8B-B14F-4D97-AF65-F5344CB8AC3E}">
        <p14:creationId xmlns:p14="http://schemas.microsoft.com/office/powerpoint/2010/main" val="5669280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ACDBA6B-0FD1-417C-969B-35281DF71ACA}"/>
              </a:ext>
            </a:extLst>
          </p:cNvPr>
          <p:cNvSpPr>
            <a:spLocks xmlns:a="http://schemas.openxmlformats.org/drawingml/2006/main" noGrp="1"/>
          </p:cNvSpPr>
          <p:nvPr/>
        </p:nvSpPr>
        <p:spPr>
          <a:xfrm xmlns:a="http://schemas.openxmlformats.org/drawingml/2006/main">
            <a:off x="507987" y="313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SYSTEM ARCHITECTURE</a:t>
            </a:r>
            <a:endParaRPr sz="1100"/>
          </a:p>
        </p:txBody>
      </p:sp>
      <p:sp>
        <p:nvSpPr>
          <p:cNvPr id="3" name="Text 1">
            <a:extLst xmlns:a="http://schemas.openxmlformats.org/drawingml/2006/main">
              <a:ext uri="{FF2B5EF4-FFF2-40B4-BE49-F238E27FC236}">
                <a16:creationId xmlns:a16="http://schemas.microsoft.com/office/drawing/2014/main" id="{5AC26874-9710-46A5-9D3D-403D5139B995}"/>
              </a:ext>
            </a:extLst>
          </p:cNvPr>
          <p:cNvSpPr>
            <a:spLocks xmlns:a="http://schemas.openxmlformats.org/drawingml/2006/main" noGrp="1"/>
          </p:cNvSpPr>
          <p:nvPr/>
        </p:nvSpPr>
        <p:spPr>
          <a:xfrm xmlns:a="http://schemas.openxmlformats.org/drawingml/2006/main">
            <a:off x="507987" y="604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One workspace for core pharmacy operations</a:t>
            </a:r>
            <a:endParaRPr sz="2800"/>
          </a:p>
        </p:txBody>
      </p:sp>
      <p:sp>
        <p:nvSpPr>
          <p:cNvPr id="4" name="Text 2">
            <a:extLst xmlns:a="http://schemas.openxmlformats.org/drawingml/2006/main">
              <a:ext uri="{FF2B5EF4-FFF2-40B4-BE49-F238E27FC236}">
                <a16:creationId xmlns:a16="http://schemas.microsoft.com/office/drawing/2014/main" id="{C406AAFD-6424-43B6-870C-784A8625E5A2}"/>
              </a:ext>
            </a:extLst>
          </p:cNvPr>
          <p:cNvSpPr>
            <a:spLocks xmlns:a="http://schemas.openxmlformats.org/drawingml/2006/main" noGrp="1"/>
          </p:cNvSpPr>
          <p:nvPr/>
        </p:nvSpPr>
        <p:spPr>
          <a:xfrm xmlns:a="http://schemas.openxmlformats.org/drawingml/2006/main">
            <a:off x="507987" y="1216946"/>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MediShop joins each station so changes at the counter immediately update your records.</a:t>
            </a:r>
            <a:endParaRPr sz="1700"/>
          </a:p>
        </p:txBody>
      </p:sp>
      <p:sp>
        <p:nvSpPr>
          <p:cNvPr id="5" name="Shape 3">
            <a:extLst xmlns:a="http://schemas.openxmlformats.org/drawingml/2006/main">
              <a:ext uri="{FF2B5EF4-FFF2-40B4-BE49-F238E27FC236}">
                <a16:creationId xmlns:a16="http://schemas.microsoft.com/office/drawing/2014/main" id="{633A1CE3-597B-487A-A7F5-A76CF3F80C63}"/>
              </a:ext>
            </a:extLst>
          </p:cNvPr>
          <p:cNvSpPr>
            <a:spLocks xmlns:a="http://schemas.openxmlformats.org/drawingml/2006/main" noGrp="1"/>
          </p:cNvSpPr>
          <p:nvPr/>
        </p:nvSpPr>
        <p:spPr>
          <a:xfrm xmlns:a="http://schemas.openxmlformats.org/drawingml/2006/main">
            <a:off x="507987" y="1660723"/>
            <a:ext cx="3572778"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6" name="Shape 4">
            <a:extLst xmlns:a="http://schemas.openxmlformats.org/drawingml/2006/main">
              <a:ext uri="{FF2B5EF4-FFF2-40B4-BE49-F238E27FC236}">
                <a16:creationId xmlns:a16="http://schemas.microsoft.com/office/drawing/2014/main" id="{0EBEB5E7-5421-45D7-B019-C7C53DBD589B}"/>
              </a:ext>
            </a:extLst>
          </p:cNvPr>
          <p:cNvSpPr>
            <a:spLocks xmlns:a="http://schemas.openxmlformats.org/drawingml/2006/main" noGrp="1"/>
          </p:cNvSpPr>
          <p:nvPr/>
        </p:nvSpPr>
        <p:spPr>
          <a:xfrm xmlns:a="http://schemas.openxmlformats.org/drawingml/2006/main">
            <a:off x="749281" y="1876623"/>
            <a:ext cx="1055363" cy="343495"/>
          </a:xfrm>
          <a:prstGeom xmlns:a="http://schemas.openxmlformats.org/drawingml/2006/main" prst="roundRect">
            <a:avLst>
              <a:gd name="adj" fmla="val 21118"/>
            </a:avLst>
          </a:prstGeom>
          <a:solidFill xmlns:a="http://schemas.openxmlformats.org/drawingml/2006/main">
            <a:srgbClr val="0A7C78"/>
          </a:solidFill>
        </p:spPr>
      </p:sp>
      <p:sp>
        <p:nvSpPr>
          <p:cNvPr id="7" name="Text 5">
            <a:extLst xmlns:a="http://schemas.openxmlformats.org/drawingml/2006/main">
              <a:ext uri="{FF2B5EF4-FFF2-40B4-BE49-F238E27FC236}">
                <a16:creationId xmlns:a16="http://schemas.microsoft.com/office/drawing/2014/main" id="{D6DBA654-12AF-4812-BA7A-F18B1F918DFD}"/>
              </a:ext>
            </a:extLst>
          </p:cNvPr>
          <p:cNvSpPr>
            <a:spLocks xmlns:a="http://schemas.openxmlformats.org/drawingml/2006/main" noGrp="1"/>
          </p:cNvSpPr>
          <p:nvPr/>
        </p:nvSpPr>
        <p:spPr>
          <a:xfrm xmlns:a="http://schemas.openxmlformats.org/drawingml/2006/main">
            <a:off x="878758" y="1954446"/>
            <a:ext cx="1405994"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Inventory</a:t>
            </a:r>
            <a:endParaRPr sz="1350"/>
          </a:p>
        </p:txBody>
      </p:sp>
      <p:sp>
        <p:nvSpPr>
          <p:cNvPr id="8" name="Text 6">
            <a:extLst xmlns:a="http://schemas.openxmlformats.org/drawingml/2006/main">
              <a:ext uri="{FF2B5EF4-FFF2-40B4-BE49-F238E27FC236}">
                <a16:creationId xmlns:a16="http://schemas.microsoft.com/office/drawing/2014/main" id="{200D2291-D4B2-44A1-B148-F33F7AF6EED4}"/>
              </a:ext>
            </a:extLst>
          </p:cNvPr>
          <p:cNvSpPr>
            <a:spLocks xmlns:a="http://schemas.openxmlformats.org/drawingml/2006/main" noGrp="1"/>
          </p:cNvSpPr>
          <p:nvPr/>
        </p:nvSpPr>
        <p:spPr>
          <a:xfrm xmlns:a="http://schemas.openxmlformats.org/drawingml/2006/main">
            <a:off x="749281" y="2332006"/>
            <a:ext cx="309019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Medicines and batches</a:t>
            </a:r>
            <a:endParaRPr sz="1800"/>
          </a:p>
        </p:txBody>
      </p:sp>
      <p:sp>
        <p:nvSpPr>
          <p:cNvPr id="9" name="Text 7">
            <a:extLst xmlns:a="http://schemas.openxmlformats.org/drawingml/2006/main">
              <a:ext uri="{FF2B5EF4-FFF2-40B4-BE49-F238E27FC236}">
                <a16:creationId xmlns:a16="http://schemas.microsoft.com/office/drawing/2014/main" id="{82C8353E-9D22-42E7-8DDE-DEE6EFDFE7C5}"/>
              </a:ext>
            </a:extLst>
          </p:cNvPr>
          <p:cNvSpPr>
            <a:spLocks xmlns:a="http://schemas.openxmlformats.org/drawingml/2006/main" noGrp="1"/>
          </p:cNvSpPr>
          <p:nvPr/>
        </p:nvSpPr>
        <p:spPr>
          <a:xfrm xmlns:a="http://schemas.openxmlformats.org/drawingml/2006/main">
            <a:off x="749281" y="2812927"/>
            <a:ext cx="3090190"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Brand names, salts, rack locations, batch codes, purchase rates, MRP, and expiry dates.</a:t>
            </a:r>
            <a:endParaRPr sz="1400"/>
          </a:p>
        </p:txBody>
      </p:sp>
      <p:sp>
        <p:nvSpPr>
          <p:cNvPr id="10" name="Shape 8">
            <a:extLst xmlns:a="http://schemas.openxmlformats.org/drawingml/2006/main">
              <a:ext uri="{FF2B5EF4-FFF2-40B4-BE49-F238E27FC236}">
                <a16:creationId xmlns:a16="http://schemas.microsoft.com/office/drawing/2014/main" id="{8E4235CA-ADE8-436E-AA23-7396ACCDB582}"/>
              </a:ext>
            </a:extLst>
          </p:cNvPr>
          <p:cNvSpPr>
            <a:spLocks xmlns:a="http://schemas.openxmlformats.org/drawingml/2006/main" noGrp="1"/>
          </p:cNvSpPr>
          <p:nvPr/>
        </p:nvSpPr>
        <p:spPr>
          <a:xfrm xmlns:a="http://schemas.openxmlformats.org/drawingml/2006/main">
            <a:off x="4385557" y="1660723"/>
            <a:ext cx="3420481"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11" name="Shape 9">
            <a:extLst xmlns:a="http://schemas.openxmlformats.org/drawingml/2006/main">
              <a:ext uri="{FF2B5EF4-FFF2-40B4-BE49-F238E27FC236}">
                <a16:creationId xmlns:a16="http://schemas.microsoft.com/office/drawing/2014/main" id="{5AD79DE4-832E-408F-9453-A402BA6FB5F2}"/>
              </a:ext>
            </a:extLst>
          </p:cNvPr>
          <p:cNvSpPr>
            <a:spLocks xmlns:a="http://schemas.openxmlformats.org/drawingml/2006/main" noGrp="1"/>
          </p:cNvSpPr>
          <p:nvPr/>
        </p:nvSpPr>
        <p:spPr>
          <a:xfrm xmlns:a="http://schemas.openxmlformats.org/drawingml/2006/main">
            <a:off x="4626851" y="1876623"/>
            <a:ext cx="849093" cy="343495"/>
          </a:xfrm>
          <a:prstGeom xmlns:a="http://schemas.openxmlformats.org/drawingml/2006/main" prst="roundRect">
            <a:avLst>
              <a:gd name="adj" fmla="val 21118"/>
            </a:avLst>
          </a:prstGeom>
          <a:solidFill xmlns:a="http://schemas.openxmlformats.org/drawingml/2006/main">
            <a:srgbClr val="0A7C78"/>
          </a:solidFill>
        </p:spPr>
      </p:sp>
      <p:sp>
        <p:nvSpPr>
          <p:cNvPr id="12" name="Text 10">
            <a:extLst xmlns:a="http://schemas.openxmlformats.org/drawingml/2006/main">
              <a:ext uri="{FF2B5EF4-FFF2-40B4-BE49-F238E27FC236}">
                <a16:creationId xmlns:a16="http://schemas.microsoft.com/office/drawing/2014/main" id="{0DAB1A62-F822-43FA-98BB-839FC2D2F4EE}"/>
              </a:ext>
            </a:extLst>
          </p:cNvPr>
          <p:cNvSpPr>
            <a:spLocks xmlns:a="http://schemas.openxmlformats.org/drawingml/2006/main" noGrp="1"/>
          </p:cNvSpPr>
          <p:nvPr/>
        </p:nvSpPr>
        <p:spPr>
          <a:xfrm xmlns:a="http://schemas.openxmlformats.org/drawingml/2006/main">
            <a:off x="4756329" y="1954446"/>
            <a:ext cx="1199723"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Inward</a:t>
            </a:r>
            <a:endParaRPr sz="1350"/>
          </a:p>
        </p:txBody>
      </p:sp>
      <p:sp>
        <p:nvSpPr>
          <p:cNvPr id="13" name="Text 11">
            <a:extLst xmlns:a="http://schemas.openxmlformats.org/drawingml/2006/main">
              <a:ext uri="{FF2B5EF4-FFF2-40B4-BE49-F238E27FC236}">
                <a16:creationId xmlns:a16="http://schemas.microsoft.com/office/drawing/2014/main" id="{4F4424B8-4B7C-43F1-9048-84DFF1F6916A}"/>
              </a:ext>
            </a:extLst>
          </p:cNvPr>
          <p:cNvSpPr>
            <a:spLocks xmlns:a="http://schemas.openxmlformats.org/drawingml/2006/main" noGrp="1"/>
          </p:cNvSpPr>
          <p:nvPr/>
        </p:nvSpPr>
        <p:spPr>
          <a:xfrm xmlns:a="http://schemas.openxmlformats.org/drawingml/2006/main">
            <a:off x="4626851" y="2332006"/>
            <a:ext cx="2937893"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Suppliers and purchases</a:t>
            </a:r>
            <a:endParaRPr sz="1800"/>
          </a:p>
        </p:txBody>
      </p:sp>
      <p:sp>
        <p:nvSpPr>
          <p:cNvPr id="14" name="Text 12">
            <a:extLst xmlns:a="http://schemas.openxmlformats.org/drawingml/2006/main">
              <a:ext uri="{FF2B5EF4-FFF2-40B4-BE49-F238E27FC236}">
                <a16:creationId xmlns:a16="http://schemas.microsoft.com/office/drawing/2014/main" id="{11BA3F4E-EC13-4855-9CCD-07D2EFF6E454}"/>
              </a:ext>
            </a:extLst>
          </p:cNvPr>
          <p:cNvSpPr>
            <a:spLocks xmlns:a="http://schemas.openxmlformats.org/drawingml/2006/main" noGrp="1"/>
          </p:cNvSpPr>
          <p:nvPr/>
        </p:nvSpPr>
        <p:spPr>
          <a:xfrm xmlns:a="http://schemas.openxmlformats.org/drawingml/2006/main">
            <a:off x="4626851" y="2812927"/>
            <a:ext cx="2937893"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Distributor profiles, purchase bills, received quantities, and return-to-vendor records.</a:t>
            </a:r>
            <a:endParaRPr sz="1400"/>
          </a:p>
        </p:txBody>
      </p:sp>
      <p:sp>
        <p:nvSpPr>
          <p:cNvPr id="15" name="Shape 13">
            <a:extLst xmlns:a="http://schemas.openxmlformats.org/drawingml/2006/main">
              <a:ext uri="{FF2B5EF4-FFF2-40B4-BE49-F238E27FC236}">
                <a16:creationId xmlns:a16="http://schemas.microsoft.com/office/drawing/2014/main" id="{DF99B03C-E470-46A7-BF6D-8A73237F4846}"/>
              </a:ext>
            </a:extLst>
          </p:cNvPr>
          <p:cNvSpPr>
            <a:spLocks xmlns:a="http://schemas.openxmlformats.org/drawingml/2006/main" noGrp="1"/>
          </p:cNvSpPr>
          <p:nvPr/>
        </p:nvSpPr>
        <p:spPr>
          <a:xfrm xmlns:a="http://schemas.openxmlformats.org/drawingml/2006/main">
            <a:off x="8110831" y="1660723"/>
            <a:ext cx="3572877"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16" name="Shape 14">
            <a:extLst xmlns:a="http://schemas.openxmlformats.org/drawingml/2006/main">
              <a:ext uri="{FF2B5EF4-FFF2-40B4-BE49-F238E27FC236}">
                <a16:creationId xmlns:a16="http://schemas.microsoft.com/office/drawing/2014/main" id="{01F58D65-8B63-479F-907C-2E39F87A6C95}"/>
              </a:ext>
            </a:extLst>
          </p:cNvPr>
          <p:cNvSpPr>
            <a:spLocks xmlns:a="http://schemas.openxmlformats.org/drawingml/2006/main" noGrp="1"/>
          </p:cNvSpPr>
          <p:nvPr/>
        </p:nvSpPr>
        <p:spPr>
          <a:xfrm xmlns:a="http://schemas.openxmlformats.org/drawingml/2006/main">
            <a:off x="8352125" y="1876623"/>
            <a:ext cx="966267" cy="343495"/>
          </a:xfrm>
          <a:prstGeom xmlns:a="http://schemas.openxmlformats.org/drawingml/2006/main" prst="roundRect">
            <a:avLst>
              <a:gd name="adj" fmla="val 21118"/>
            </a:avLst>
          </a:prstGeom>
          <a:solidFill xmlns:a="http://schemas.openxmlformats.org/drawingml/2006/main">
            <a:srgbClr val="0A7C78"/>
          </a:solidFill>
        </p:spPr>
      </p:sp>
      <p:sp>
        <p:nvSpPr>
          <p:cNvPr id="17" name="Text 15">
            <a:extLst xmlns:a="http://schemas.openxmlformats.org/drawingml/2006/main">
              <a:ext uri="{FF2B5EF4-FFF2-40B4-BE49-F238E27FC236}">
                <a16:creationId xmlns:a16="http://schemas.microsoft.com/office/drawing/2014/main" id="{27F98736-FAA0-45D3-A4BC-21284AA1E9BF}"/>
              </a:ext>
            </a:extLst>
          </p:cNvPr>
          <p:cNvSpPr>
            <a:spLocks xmlns:a="http://schemas.openxmlformats.org/drawingml/2006/main" noGrp="1"/>
          </p:cNvSpPr>
          <p:nvPr/>
        </p:nvSpPr>
        <p:spPr>
          <a:xfrm xmlns:a="http://schemas.openxmlformats.org/drawingml/2006/main">
            <a:off x="8481602" y="1954446"/>
            <a:ext cx="1316898"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Outward</a:t>
            </a:r>
            <a:endParaRPr sz="1350"/>
          </a:p>
        </p:txBody>
      </p:sp>
      <p:sp>
        <p:nvSpPr>
          <p:cNvPr id="18" name="Text 16">
            <a:extLst xmlns:a="http://schemas.openxmlformats.org/drawingml/2006/main">
              <a:ext uri="{FF2B5EF4-FFF2-40B4-BE49-F238E27FC236}">
                <a16:creationId xmlns:a16="http://schemas.microsoft.com/office/drawing/2014/main" id="{08331CFD-729F-4F9D-BF36-52DD0474B9FE}"/>
              </a:ext>
            </a:extLst>
          </p:cNvPr>
          <p:cNvSpPr>
            <a:spLocks xmlns:a="http://schemas.openxmlformats.org/drawingml/2006/main" noGrp="1"/>
          </p:cNvSpPr>
          <p:nvPr/>
        </p:nvSpPr>
        <p:spPr>
          <a:xfrm xmlns:a="http://schemas.openxmlformats.org/drawingml/2006/main">
            <a:off x="8352125" y="2332006"/>
            <a:ext cx="3090289"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Billing and returns</a:t>
            </a:r>
            <a:endParaRPr sz="1800"/>
          </a:p>
        </p:txBody>
      </p:sp>
      <p:sp>
        <p:nvSpPr>
          <p:cNvPr id="19" name="Text 17">
            <a:extLst xmlns:a="http://schemas.openxmlformats.org/drawingml/2006/main">
              <a:ext uri="{FF2B5EF4-FFF2-40B4-BE49-F238E27FC236}">
                <a16:creationId xmlns:a16="http://schemas.microsoft.com/office/drawing/2014/main" id="{51936487-19E0-483D-964D-26CE5CB0EB92}"/>
              </a:ext>
            </a:extLst>
          </p:cNvPr>
          <p:cNvSpPr>
            <a:spLocks xmlns:a="http://schemas.openxmlformats.org/drawingml/2006/main" noGrp="1"/>
          </p:cNvSpPr>
          <p:nvPr/>
        </p:nvSpPr>
        <p:spPr>
          <a:xfrm xmlns:a="http://schemas.openxmlformats.org/drawingml/2006/main">
            <a:off x="8352125" y="2812927"/>
            <a:ext cx="3090289"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Counter invoices, split tenders, credit registers, return adjustments, and receipt prints.</a:t>
            </a:r>
            <a:endParaRPr sz="1400"/>
          </a:p>
        </p:txBody>
      </p:sp>
      <p:sp>
        <p:nvSpPr>
          <p:cNvPr id="20" name="Shape 18">
            <a:extLst xmlns:a="http://schemas.openxmlformats.org/drawingml/2006/main">
              <a:ext uri="{FF2B5EF4-FFF2-40B4-BE49-F238E27FC236}">
                <a16:creationId xmlns:a16="http://schemas.microsoft.com/office/drawing/2014/main" id="{A9AABD65-055C-4670-8382-14A3D8118DD6}"/>
              </a:ext>
            </a:extLst>
          </p:cNvPr>
          <p:cNvSpPr>
            <a:spLocks xmlns:a="http://schemas.openxmlformats.org/drawingml/2006/main" noGrp="1"/>
          </p:cNvSpPr>
          <p:nvPr/>
        </p:nvSpPr>
        <p:spPr>
          <a:xfrm xmlns:a="http://schemas.openxmlformats.org/drawingml/2006/main">
            <a:off x="507987" y="4064099"/>
            <a:ext cx="3572778"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21" name="Shape 19">
            <a:extLst xmlns:a="http://schemas.openxmlformats.org/drawingml/2006/main">
              <a:ext uri="{FF2B5EF4-FFF2-40B4-BE49-F238E27FC236}">
                <a16:creationId xmlns:a16="http://schemas.microsoft.com/office/drawing/2014/main" id="{1EABF141-9026-457F-B92C-6075022CB6C1}"/>
              </a:ext>
            </a:extLst>
          </p:cNvPr>
          <p:cNvSpPr>
            <a:spLocks xmlns:a="http://schemas.openxmlformats.org/drawingml/2006/main" noGrp="1"/>
          </p:cNvSpPr>
          <p:nvPr/>
        </p:nvSpPr>
        <p:spPr>
          <a:xfrm xmlns:a="http://schemas.openxmlformats.org/drawingml/2006/main">
            <a:off x="749281" y="4279999"/>
            <a:ext cx="636572" cy="343495"/>
          </a:xfrm>
          <a:prstGeom xmlns:a="http://schemas.openxmlformats.org/drawingml/2006/main" prst="roundRect">
            <a:avLst>
              <a:gd name="adj" fmla="val 21118"/>
            </a:avLst>
          </a:prstGeom>
          <a:solidFill xmlns:a="http://schemas.openxmlformats.org/drawingml/2006/main">
            <a:srgbClr val="0A7C78"/>
          </a:solidFill>
        </p:spPr>
      </p:sp>
      <p:sp>
        <p:nvSpPr>
          <p:cNvPr id="22" name="Text 20">
            <a:extLst xmlns:a="http://schemas.openxmlformats.org/drawingml/2006/main">
              <a:ext uri="{FF2B5EF4-FFF2-40B4-BE49-F238E27FC236}">
                <a16:creationId xmlns:a16="http://schemas.microsoft.com/office/drawing/2014/main" id="{AD6B0740-FB8D-4675-AC60-B7EA966E79DC}"/>
              </a:ext>
            </a:extLst>
          </p:cNvPr>
          <p:cNvSpPr>
            <a:spLocks xmlns:a="http://schemas.openxmlformats.org/drawingml/2006/main" noGrp="1"/>
          </p:cNvSpPr>
          <p:nvPr/>
        </p:nvSpPr>
        <p:spPr>
          <a:xfrm xmlns:a="http://schemas.openxmlformats.org/drawingml/2006/main">
            <a:off x="878758" y="4357822"/>
            <a:ext cx="987202"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Care</a:t>
            </a:r>
            <a:endParaRPr sz="1350"/>
          </a:p>
        </p:txBody>
      </p:sp>
      <p:sp>
        <p:nvSpPr>
          <p:cNvPr id="23" name="Text 21">
            <a:extLst xmlns:a="http://schemas.openxmlformats.org/drawingml/2006/main">
              <a:ext uri="{FF2B5EF4-FFF2-40B4-BE49-F238E27FC236}">
                <a16:creationId xmlns:a16="http://schemas.microsoft.com/office/drawing/2014/main" id="{D436AB40-BF71-45E4-A49F-34EBBB1C9403}"/>
              </a:ext>
            </a:extLst>
          </p:cNvPr>
          <p:cNvSpPr>
            <a:spLocks xmlns:a="http://schemas.openxmlformats.org/drawingml/2006/main" noGrp="1"/>
          </p:cNvSpPr>
          <p:nvPr/>
        </p:nvSpPr>
        <p:spPr>
          <a:xfrm xmlns:a="http://schemas.openxmlformats.org/drawingml/2006/main">
            <a:off x="749281" y="4735382"/>
            <a:ext cx="309019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Customers and doctors</a:t>
            </a:r>
            <a:endParaRPr sz="1800"/>
          </a:p>
        </p:txBody>
      </p:sp>
      <p:sp>
        <p:nvSpPr>
          <p:cNvPr id="24" name="Text 22">
            <a:extLst xmlns:a="http://schemas.openxmlformats.org/drawingml/2006/main">
              <a:ext uri="{FF2B5EF4-FFF2-40B4-BE49-F238E27FC236}">
                <a16:creationId xmlns:a16="http://schemas.microsoft.com/office/drawing/2014/main" id="{67C0DAFA-D026-471E-B624-AFDCB3C09DA9}"/>
              </a:ext>
            </a:extLst>
          </p:cNvPr>
          <p:cNvSpPr>
            <a:spLocks xmlns:a="http://schemas.openxmlformats.org/drawingml/2006/main" noGrp="1"/>
          </p:cNvSpPr>
          <p:nvPr/>
        </p:nvSpPr>
        <p:spPr>
          <a:xfrm xmlns:a="http://schemas.openxmlformats.org/drawingml/2006/main">
            <a:off x="749281" y="5216303"/>
            <a:ext cx="3090190"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Patient purchase histories, credit ledgers, prescribing doctor records, and refill notes.</a:t>
            </a:r>
            <a:endParaRPr sz="1400"/>
          </a:p>
        </p:txBody>
      </p:sp>
      <p:sp>
        <p:nvSpPr>
          <p:cNvPr id="25" name="Shape 23">
            <a:extLst xmlns:a="http://schemas.openxmlformats.org/drawingml/2006/main">
              <a:ext uri="{FF2B5EF4-FFF2-40B4-BE49-F238E27FC236}">
                <a16:creationId xmlns:a16="http://schemas.microsoft.com/office/drawing/2014/main" id="{8DFFCE9F-A33A-4952-918D-5D1C38AC5854}"/>
              </a:ext>
            </a:extLst>
          </p:cNvPr>
          <p:cNvSpPr>
            <a:spLocks xmlns:a="http://schemas.openxmlformats.org/drawingml/2006/main" noGrp="1"/>
          </p:cNvSpPr>
          <p:nvPr/>
        </p:nvSpPr>
        <p:spPr>
          <a:xfrm xmlns:a="http://schemas.openxmlformats.org/drawingml/2006/main">
            <a:off x="4385557" y="4064099"/>
            <a:ext cx="3420481"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26" name="Shape 24">
            <a:extLst xmlns:a="http://schemas.openxmlformats.org/drawingml/2006/main">
              <a:ext uri="{FF2B5EF4-FFF2-40B4-BE49-F238E27FC236}">
                <a16:creationId xmlns:a16="http://schemas.microsoft.com/office/drawing/2014/main" id="{8D09BF99-DC38-42BE-962B-4E937E88D5AA}"/>
              </a:ext>
            </a:extLst>
          </p:cNvPr>
          <p:cNvSpPr>
            <a:spLocks xmlns:a="http://schemas.openxmlformats.org/drawingml/2006/main" noGrp="1"/>
          </p:cNvSpPr>
          <p:nvPr/>
        </p:nvSpPr>
        <p:spPr>
          <a:xfrm xmlns:a="http://schemas.openxmlformats.org/drawingml/2006/main">
            <a:off x="4626851" y="4279999"/>
            <a:ext cx="839370" cy="343495"/>
          </a:xfrm>
          <a:prstGeom xmlns:a="http://schemas.openxmlformats.org/drawingml/2006/main" prst="roundRect">
            <a:avLst>
              <a:gd name="adj" fmla="val 21118"/>
            </a:avLst>
          </a:prstGeom>
          <a:solidFill xmlns:a="http://schemas.openxmlformats.org/drawingml/2006/main">
            <a:srgbClr val="0A7C78"/>
          </a:solidFill>
        </p:spPr>
      </p:sp>
      <p:sp>
        <p:nvSpPr>
          <p:cNvPr id="27" name="Text 25">
            <a:extLst xmlns:a="http://schemas.openxmlformats.org/drawingml/2006/main">
              <a:ext uri="{FF2B5EF4-FFF2-40B4-BE49-F238E27FC236}">
                <a16:creationId xmlns:a16="http://schemas.microsoft.com/office/drawing/2014/main" id="{754876C5-992D-4134-9A86-AD983873FF62}"/>
              </a:ext>
            </a:extLst>
          </p:cNvPr>
          <p:cNvSpPr>
            <a:spLocks xmlns:a="http://schemas.openxmlformats.org/drawingml/2006/main" noGrp="1"/>
          </p:cNvSpPr>
          <p:nvPr/>
        </p:nvSpPr>
        <p:spPr>
          <a:xfrm xmlns:a="http://schemas.openxmlformats.org/drawingml/2006/main">
            <a:off x="4756329" y="4357822"/>
            <a:ext cx="1190000"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FFFFFF"/>
                </a:solidFill>
                <a:latin typeface="IBM Plex Sans SemiBold"/>
                <a:ea typeface="IBM Plex Sans SemiBold"/>
                <a:cs typeface="IBM Plex Sans SemiBold"/>
              </a:rPr>
              <a:t>Insight</a:t>
            </a:r>
            <a:endParaRPr sz="1350"/>
          </a:p>
        </p:txBody>
      </p:sp>
      <p:sp>
        <p:nvSpPr>
          <p:cNvPr id="28" name="Text 26">
            <a:extLst xmlns:a="http://schemas.openxmlformats.org/drawingml/2006/main">
              <a:ext uri="{FF2B5EF4-FFF2-40B4-BE49-F238E27FC236}">
                <a16:creationId xmlns:a16="http://schemas.microsoft.com/office/drawing/2014/main" id="{F89D2DA7-BDB5-4D5A-8DEF-53432E890093}"/>
              </a:ext>
            </a:extLst>
          </p:cNvPr>
          <p:cNvSpPr>
            <a:spLocks xmlns:a="http://schemas.openxmlformats.org/drawingml/2006/main" noGrp="1"/>
          </p:cNvSpPr>
          <p:nvPr/>
        </p:nvSpPr>
        <p:spPr>
          <a:xfrm xmlns:a="http://schemas.openxmlformats.org/drawingml/2006/main">
            <a:off x="4626851" y="4735382"/>
            <a:ext cx="2937893"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Reports and exports</a:t>
            </a:r>
            <a:endParaRPr sz="1800"/>
          </a:p>
        </p:txBody>
      </p:sp>
      <p:sp>
        <p:nvSpPr>
          <p:cNvPr id="29" name="Text 27">
            <a:extLst xmlns:a="http://schemas.openxmlformats.org/drawingml/2006/main">
              <a:ext uri="{FF2B5EF4-FFF2-40B4-BE49-F238E27FC236}">
                <a16:creationId xmlns:a16="http://schemas.microsoft.com/office/drawing/2014/main" id="{B98F70EC-9F5B-4D56-AF88-699357972B78}"/>
              </a:ext>
            </a:extLst>
          </p:cNvPr>
          <p:cNvSpPr>
            <a:spLocks xmlns:a="http://schemas.openxmlformats.org/drawingml/2006/main" noGrp="1"/>
          </p:cNvSpPr>
          <p:nvPr/>
        </p:nvSpPr>
        <p:spPr>
          <a:xfrm xmlns:a="http://schemas.openxmlformats.org/drawingml/2006/main">
            <a:off x="4626851" y="5216303"/>
            <a:ext cx="2937893"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Daily sales summaries, expiring stock lists, movement ledgers, and clear CSV/PDF exports.</a:t>
            </a:r>
            <a:endParaRPr sz="1400"/>
          </a:p>
        </p:txBody>
      </p:sp>
      <p:sp>
        <p:nvSpPr>
          <p:cNvPr id="30" name="Shape 28">
            <a:extLst xmlns:a="http://schemas.openxmlformats.org/drawingml/2006/main">
              <a:ext uri="{FF2B5EF4-FFF2-40B4-BE49-F238E27FC236}">
                <a16:creationId xmlns:a16="http://schemas.microsoft.com/office/drawing/2014/main" id="{50719201-32FF-4CA3-B15D-BC9AF4A3D577}"/>
              </a:ext>
            </a:extLst>
          </p:cNvPr>
          <p:cNvSpPr>
            <a:spLocks xmlns:a="http://schemas.openxmlformats.org/drawingml/2006/main" noGrp="1"/>
          </p:cNvSpPr>
          <p:nvPr/>
        </p:nvSpPr>
        <p:spPr>
          <a:xfrm xmlns:a="http://schemas.openxmlformats.org/drawingml/2006/main">
            <a:off x="8110831" y="4064099"/>
            <a:ext cx="3572877" cy="2098576"/>
          </a:xfrm>
          <a:prstGeom xmlns:a="http://schemas.openxmlformats.org/drawingml/2006/main" prst="roundRect">
            <a:avLst>
              <a:gd name="adj" fmla="val 10167"/>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31" name="Shape 29">
            <a:extLst xmlns:a="http://schemas.openxmlformats.org/drawingml/2006/main">
              <a:ext uri="{FF2B5EF4-FFF2-40B4-BE49-F238E27FC236}">
                <a16:creationId xmlns:a16="http://schemas.microsoft.com/office/drawing/2014/main" id="{6AAE267F-DE2D-43EE-8669-C23972D2C320}"/>
              </a:ext>
            </a:extLst>
          </p:cNvPr>
          <p:cNvSpPr>
            <a:spLocks xmlns:a="http://schemas.openxmlformats.org/drawingml/2006/main" noGrp="1"/>
          </p:cNvSpPr>
          <p:nvPr/>
        </p:nvSpPr>
        <p:spPr>
          <a:xfrm xmlns:a="http://schemas.openxmlformats.org/drawingml/2006/main">
            <a:off x="8352125" y="4279999"/>
            <a:ext cx="860106" cy="343495"/>
          </a:xfrm>
          <a:prstGeom xmlns:a="http://schemas.openxmlformats.org/drawingml/2006/main" prst="roundRect">
            <a:avLst>
              <a:gd name="adj" fmla="val 21118"/>
            </a:avLst>
          </a:prstGeom>
          <a:solidFill xmlns:a="http://schemas.openxmlformats.org/drawingml/2006/main">
            <a:srgbClr val="F26A3D"/>
          </a:solidFill>
        </p:spPr>
      </p:sp>
      <p:sp>
        <p:nvSpPr>
          <p:cNvPr id="32" name="Text 30">
            <a:extLst xmlns:a="http://schemas.openxmlformats.org/drawingml/2006/main">
              <a:ext uri="{FF2B5EF4-FFF2-40B4-BE49-F238E27FC236}">
                <a16:creationId xmlns:a16="http://schemas.microsoft.com/office/drawing/2014/main" id="{0E29ACE2-45DB-481A-8296-DCF0551CDE68}"/>
              </a:ext>
            </a:extLst>
          </p:cNvPr>
          <p:cNvSpPr>
            <a:spLocks xmlns:a="http://schemas.openxmlformats.org/drawingml/2006/main" noGrp="1"/>
          </p:cNvSpPr>
          <p:nvPr/>
        </p:nvSpPr>
        <p:spPr>
          <a:xfrm xmlns:a="http://schemas.openxmlformats.org/drawingml/2006/main">
            <a:off x="8481602" y="4357822"/>
            <a:ext cx="1210736"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10201D"/>
                </a:solidFill>
                <a:latin typeface="IBM Plex Sans SemiBold"/>
                <a:ea typeface="IBM Plex Sans SemiBold"/>
                <a:cs typeface="IBM Plex Sans SemiBold"/>
              </a:rPr>
              <a:t>Control</a:t>
            </a:r>
            <a:endParaRPr sz="1350"/>
          </a:p>
        </p:txBody>
      </p:sp>
      <p:sp>
        <p:nvSpPr>
          <p:cNvPr id="33" name="Text 31">
            <a:extLst xmlns:a="http://schemas.openxmlformats.org/drawingml/2006/main">
              <a:ext uri="{FF2B5EF4-FFF2-40B4-BE49-F238E27FC236}">
                <a16:creationId xmlns:a16="http://schemas.microsoft.com/office/drawing/2014/main" id="{BB49C2C6-5C14-465E-9C8D-DC549DB2EDBA}"/>
              </a:ext>
            </a:extLst>
          </p:cNvPr>
          <p:cNvSpPr>
            <a:spLocks xmlns:a="http://schemas.openxmlformats.org/drawingml/2006/main" noGrp="1"/>
          </p:cNvSpPr>
          <p:nvPr/>
        </p:nvSpPr>
        <p:spPr>
          <a:xfrm xmlns:a="http://schemas.openxmlformats.org/drawingml/2006/main">
            <a:off x="8352125" y="4735382"/>
            <a:ext cx="3090289"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Staff roles and settings</a:t>
            </a:r>
            <a:endParaRPr sz="1800"/>
          </a:p>
        </p:txBody>
      </p:sp>
      <p:sp>
        <p:nvSpPr>
          <p:cNvPr id="34" name="Text 32">
            <a:extLst xmlns:a="http://schemas.openxmlformats.org/drawingml/2006/main">
              <a:ext uri="{FF2B5EF4-FFF2-40B4-BE49-F238E27FC236}">
                <a16:creationId xmlns:a16="http://schemas.microsoft.com/office/drawing/2014/main" id="{AA8EE195-CDDD-42C5-A2FF-25B010306936}"/>
              </a:ext>
            </a:extLst>
          </p:cNvPr>
          <p:cNvSpPr>
            <a:spLocks xmlns:a="http://schemas.openxmlformats.org/drawingml/2006/main" noGrp="1"/>
          </p:cNvSpPr>
          <p:nvPr/>
        </p:nvSpPr>
        <p:spPr>
          <a:xfrm xmlns:a="http://schemas.openxmlformats.org/drawingml/2006/main">
            <a:off x="8352125" y="5216303"/>
            <a:ext cx="3090289"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Role-based counter logins, discount limits, receipt printers, and shop configuration.</a:t>
            </a:r>
            <a:endParaRPr sz="1400"/>
          </a:p>
        </p:txBody>
      </p:sp>
      <p:sp>
        <p:nvSpPr>
          <p:cNvPr id="35" name="Text 33">
            <a:extLst xmlns:a="http://schemas.openxmlformats.org/drawingml/2006/main">
              <a:ext uri="{FF2B5EF4-FFF2-40B4-BE49-F238E27FC236}">
                <a16:creationId xmlns:a16="http://schemas.microsoft.com/office/drawing/2014/main" id="{5064D07E-CF79-433E-9F59-400618DD0643}"/>
              </a:ext>
            </a:extLst>
          </p:cNvPr>
          <p:cNvSpPr>
            <a:spLocks xmlns:a="http://schemas.openxmlformats.org/drawingml/2006/main" noGrp="1"/>
          </p:cNvSpPr>
          <p:nvPr/>
        </p:nvSpPr>
        <p:spPr>
          <a:xfrm xmlns:a="http://schemas.openxmlformats.org/drawingml/2006/main">
            <a:off x="507987" y="6397562"/>
            <a:ext cx="11683708" cy="260548"/>
          </a:xfrm>
          <a:prstGeom xmlns:a="http://schemas.openxmlformats.org/drawingml/2006/main" prst="rect">
            <a:avLst/>
          </a:prstGeom>
          <a:noFill xmlns:a="http://schemas.openxmlformats.org/drawingml/2006/main"/>
        </p:spPr>
        <p:txBody>
          <a:bodyPr xmlns:a="http://schemas.openxmlformats.org/drawingml/2006/main" wrap="none" lIns="0" tIns="63498" rIns="0" bIns="0" anchor="t"/>
          <a:lstStyle xmlns:a="http://schemas.openxmlformats.org/drawingml/2006/main"/>
          <a:p xmlns:a="http://schemas.openxmlformats.org/drawingml/2006/main">
            <a:pPr marL="0" indent="0" algn="l">
              <a:lnSpc>
                <a:spcPct val="110000"/>
              </a:lnSpc>
              <a:buNone/>
            </a:pPr>
            <a:r>
              <a:rPr sz="1100">
                <a:solidFill>
                  <a:srgbClr val="5F6D68"/>
                </a:solidFill>
                <a:latin typeface="IBM Plex Sans"/>
                <a:ea typeface="IBM Plex Sans"/>
                <a:cs typeface="IBM Plex Sans"/>
              </a:rPr>
              <a:t>The true value is connecting daily shop transactions, not merely displaying an administrative dashboard.</a:t>
            </a:r>
            <a:endParaRPr sz="1100"/>
          </a:p>
        </p:txBody>
      </p:sp>
    </p:spTree>
    <p:extLst>
      <p:ext uri="{BB962C8B-B14F-4D97-AF65-F5344CB8AC3E}">
        <p14:creationId xmlns:p14="http://schemas.microsoft.com/office/powerpoint/2010/main" val="13138532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2DEEDF-5899-4FFA-9967-CB6347D4EC11}"/>
              </a:ext>
            </a:extLst>
          </p:cNvPr>
          <p:cNvSpPr>
            <a:spLocks xmlns:a="http://schemas.openxmlformats.org/drawingml/2006/main" noGrp="1"/>
          </p:cNvSpPr>
          <p:nvPr/>
        </p:nvSpPr>
        <p:spPr>
          <a:xfrm xmlns:a="http://schemas.openxmlformats.org/drawingml/2006/main">
            <a:off x="507987" y="364680"/>
            <a:ext cx="4368691"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CATALOGUE AND INVENTORY</a:t>
            </a:r>
            <a:endParaRPr sz="1100"/>
          </a:p>
        </p:txBody>
      </p:sp>
      <p:sp>
        <p:nvSpPr>
          <p:cNvPr id="3" name="Text 1">
            <a:extLst xmlns:a="http://schemas.openxmlformats.org/drawingml/2006/main">
              <a:ext uri="{FF2B5EF4-FFF2-40B4-BE49-F238E27FC236}">
                <a16:creationId xmlns:a16="http://schemas.microsoft.com/office/drawing/2014/main" id="{0CE5673D-F22D-44BA-A452-E9DA97B9CD76}"/>
              </a:ext>
            </a:extLst>
          </p:cNvPr>
          <p:cNvSpPr>
            <a:spLocks xmlns:a="http://schemas.openxmlformats.org/drawingml/2006/main" noGrp="1"/>
          </p:cNvSpPr>
          <p:nvPr/>
        </p:nvSpPr>
        <p:spPr>
          <a:xfrm xmlns:a="http://schemas.openxmlformats.org/drawingml/2006/main">
            <a:off x="507987" y="655165"/>
            <a:ext cx="3987700" cy="7538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Start with a useful medicine catalogue</a:t>
            </a:r>
            <a:endParaRPr sz="2800"/>
          </a:p>
        </p:txBody>
      </p:sp>
      <p:sp>
        <p:nvSpPr>
          <p:cNvPr id="4" name="Text 2">
            <a:extLst xmlns:a="http://schemas.openxmlformats.org/drawingml/2006/main">
              <a:ext uri="{FF2B5EF4-FFF2-40B4-BE49-F238E27FC236}">
                <a16:creationId xmlns:a16="http://schemas.microsoft.com/office/drawing/2014/main" id="{A617D080-3EFC-43FD-A60B-7E00A9B520A0}"/>
              </a:ext>
            </a:extLst>
          </p:cNvPr>
          <p:cNvSpPr>
            <a:spLocks xmlns:a="http://schemas.openxmlformats.org/drawingml/2006/main" noGrp="1"/>
          </p:cNvSpPr>
          <p:nvPr/>
        </p:nvSpPr>
        <p:spPr>
          <a:xfrm xmlns:a="http://schemas.openxmlformats.org/drawingml/2006/main">
            <a:off x="507987" y="1644678"/>
            <a:ext cx="3987700" cy="11914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Quick lookup at the counter depends on clean master items, while billable stock stays organised by batch, cost, and expiry.</a:t>
            </a:r>
            <a:endParaRPr sz="1700"/>
          </a:p>
        </p:txBody>
      </p:sp>
      <p:sp>
        <p:nvSpPr>
          <p:cNvPr id="5" name="Shape 3">
            <a:extLst xmlns:a="http://schemas.openxmlformats.org/drawingml/2006/main">
              <a:ext uri="{FF2B5EF4-FFF2-40B4-BE49-F238E27FC236}">
                <a16:creationId xmlns:a16="http://schemas.microsoft.com/office/drawing/2014/main" id="{A835B428-9A10-405D-B631-F98A4F62B634}"/>
              </a:ext>
            </a:extLst>
          </p:cNvPr>
          <p:cNvSpPr>
            <a:spLocks xmlns:a="http://schemas.openxmlformats.org/drawingml/2006/main" noGrp="1"/>
          </p:cNvSpPr>
          <p:nvPr/>
        </p:nvSpPr>
        <p:spPr>
          <a:xfrm xmlns:a="http://schemas.openxmlformats.org/drawingml/2006/main">
            <a:off x="507987" y="2982020"/>
            <a:ext cx="3987700" cy="1501080"/>
          </a:xfrm>
          <a:prstGeom xmlns:a="http://schemas.openxmlformats.org/drawingml/2006/main" prst="roundRect">
            <a:avLst>
              <a:gd name="adj" fmla="val 14213"/>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6" name="Text 4">
            <a:extLst xmlns:a="http://schemas.openxmlformats.org/drawingml/2006/main">
              <a:ext uri="{FF2B5EF4-FFF2-40B4-BE49-F238E27FC236}">
                <a16:creationId xmlns:a16="http://schemas.microsoft.com/office/drawing/2014/main" id="{02A67CCC-3771-4058-AC65-ED0E88927675}"/>
              </a:ext>
            </a:extLst>
          </p:cNvPr>
          <p:cNvSpPr>
            <a:spLocks xmlns:a="http://schemas.openxmlformats.org/drawingml/2006/main" noGrp="1"/>
          </p:cNvSpPr>
          <p:nvPr/>
        </p:nvSpPr>
        <p:spPr>
          <a:xfrm xmlns:a="http://schemas.openxmlformats.org/drawingml/2006/main">
            <a:off x="698483" y="3132007"/>
            <a:ext cx="360671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Master list vs. batch stock</a:t>
            </a:r>
            <a:endParaRPr sz="1800"/>
          </a:p>
        </p:txBody>
      </p:sp>
      <p:sp>
        <p:nvSpPr>
          <p:cNvPr id="7" name="Text 5">
            <a:extLst xmlns:a="http://schemas.openxmlformats.org/drawingml/2006/main">
              <a:ext uri="{FF2B5EF4-FFF2-40B4-BE49-F238E27FC236}">
                <a16:creationId xmlns:a16="http://schemas.microsoft.com/office/drawing/2014/main" id="{6996D8E2-59C9-40D6-98BB-877F1A5BF3FD}"/>
              </a:ext>
            </a:extLst>
          </p:cNvPr>
          <p:cNvSpPr>
            <a:spLocks xmlns:a="http://schemas.openxmlformats.org/drawingml/2006/main" noGrp="1"/>
          </p:cNvSpPr>
          <p:nvPr/>
        </p:nvSpPr>
        <p:spPr>
          <a:xfrm xmlns:a="http://schemas.openxmlformats.org/drawingml/2006/main">
            <a:off x="698483" y="3612928"/>
            <a:ext cx="3606710"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Importing your catalogue creates searchable medicine names; items only become billable when received via a purchase record.</a:t>
            </a:r>
            <a:endParaRPr sz="1400"/>
          </a:p>
        </p:txBody>
      </p:sp>
      <p:sp>
        <p:nvSpPr>
          <p:cNvPr id="8" name="Shape 6">
            <a:extLst xmlns:a="http://schemas.openxmlformats.org/drawingml/2006/main">
              <a:ext uri="{FF2B5EF4-FFF2-40B4-BE49-F238E27FC236}">
                <a16:creationId xmlns:a16="http://schemas.microsoft.com/office/drawing/2014/main" id="{D0DD485B-4FA9-431E-9746-F147C46FA8DC}"/>
              </a:ext>
            </a:extLst>
          </p:cNvPr>
          <p:cNvSpPr>
            <a:spLocks xmlns:a="http://schemas.openxmlformats.org/drawingml/2006/main" noGrp="1"/>
          </p:cNvSpPr>
          <p:nvPr/>
        </p:nvSpPr>
        <p:spPr>
          <a:xfrm xmlns:a="http://schemas.openxmlformats.org/drawingml/2006/main">
            <a:off x="507987" y="4635500"/>
            <a:ext cx="3987700" cy="1255812"/>
          </a:xfrm>
          <a:prstGeom xmlns:a="http://schemas.openxmlformats.org/drawingml/2006/main" prst="roundRect">
            <a:avLst>
              <a:gd name="adj" fmla="val 16989"/>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9" name="Text 7">
            <a:extLst xmlns:a="http://schemas.openxmlformats.org/drawingml/2006/main">
              <a:ext uri="{FF2B5EF4-FFF2-40B4-BE49-F238E27FC236}">
                <a16:creationId xmlns:a16="http://schemas.microsoft.com/office/drawing/2014/main" id="{9F71D171-E517-455A-8C24-BF3D9B88C61F}"/>
              </a:ext>
            </a:extLst>
          </p:cNvPr>
          <p:cNvSpPr>
            <a:spLocks xmlns:a="http://schemas.openxmlformats.org/drawingml/2006/main" noGrp="1"/>
          </p:cNvSpPr>
          <p:nvPr/>
        </p:nvSpPr>
        <p:spPr>
          <a:xfrm xmlns:a="http://schemas.openxmlformats.org/drawingml/2006/main">
            <a:off x="698483" y="4785487"/>
            <a:ext cx="360671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Batch-level tracking</a:t>
            </a:r>
            <a:endParaRPr sz="1800"/>
          </a:p>
        </p:txBody>
      </p:sp>
      <p:sp>
        <p:nvSpPr>
          <p:cNvPr id="10" name="Text 8">
            <a:extLst xmlns:a="http://schemas.openxmlformats.org/drawingml/2006/main">
              <a:ext uri="{FF2B5EF4-FFF2-40B4-BE49-F238E27FC236}">
                <a16:creationId xmlns:a16="http://schemas.microsoft.com/office/drawing/2014/main" id="{0BEA5732-25CE-4F3A-BE88-4310139F642C}"/>
              </a:ext>
            </a:extLst>
          </p:cNvPr>
          <p:cNvSpPr>
            <a:spLocks xmlns:a="http://schemas.openxmlformats.org/drawingml/2006/main" noGrp="1"/>
          </p:cNvSpPr>
          <p:nvPr/>
        </p:nvSpPr>
        <p:spPr>
          <a:xfrm xmlns:a="http://schemas.openxmlformats.org/drawingml/2006/main">
            <a:off x="698483" y="5266408"/>
            <a:ext cx="3606710"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Each batch carries its own quantity, purchase cost, selling price (MRP), and expiry month.</a:t>
            </a:r>
            <a:endParaRPr sz="1400"/>
          </a:p>
        </p:txBody>
      </p:sp>
      <p:sp>
        <p:nvSpPr>
          <p:cNvPr id="11" name="Text 9">
            <a:extLst xmlns:a="http://schemas.openxmlformats.org/drawingml/2006/main">
              <a:ext uri="{FF2B5EF4-FFF2-40B4-BE49-F238E27FC236}">
                <a16:creationId xmlns:a16="http://schemas.microsoft.com/office/drawing/2014/main" id="{35784AAA-0544-4CCF-8646-6CD224651B0D}"/>
              </a:ext>
            </a:extLst>
          </p:cNvPr>
          <p:cNvSpPr>
            <a:spLocks xmlns:a="http://schemas.openxmlformats.org/drawingml/2006/main" noGrp="1"/>
          </p:cNvSpPr>
          <p:nvPr/>
        </p:nvSpPr>
        <p:spPr>
          <a:xfrm xmlns:a="http://schemas.openxmlformats.org/drawingml/2006/main">
            <a:off x="507987" y="6165390"/>
            <a:ext cx="3987700" cy="444897"/>
          </a:xfrm>
          <a:prstGeom xmlns:a="http://schemas.openxmlformats.org/drawingml/2006/main" prst="rect">
            <a:avLst/>
          </a:prstGeom>
          <a:noFill xmlns:a="http://schemas.openxmlformats.org/drawingml/2006/main"/>
        </p:spPr>
        <p:txBody>
          <a:bodyPr xmlns:a="http://schemas.openxmlformats.org/drawingml/2006/main" wrap="square" lIns="0" tIns="63498" rIns="0" bIns="0" anchor="t">
            <a:normAutofit/>
          </a:bodyPr>
          <a:lstStyle xmlns:a="http://schemas.openxmlformats.org/drawingml/2006/main"/>
          <a:p xmlns:a="http://schemas.openxmlformats.org/drawingml/2006/main">
            <a:pPr marL="0" indent="0" algn="l">
              <a:lnSpc>
                <a:spcPct val="110000"/>
              </a:lnSpc>
              <a:buNone/>
            </a:pPr>
            <a:r>
              <a:rPr sz="1100">
                <a:solidFill>
                  <a:srgbClr val="5F6D68"/>
                </a:solidFill>
                <a:latin typeface="IBM Plex Sans"/>
                <a:ea typeface="IBM Plex Sans"/>
                <a:cs typeface="IBM Plex Sans"/>
              </a:rPr>
              <a:t>Add medicine records or import a catalogue from a spreadsheet during setup.</a:t>
            </a:r>
            <a:endParaRPr sz="1100"/>
          </a:p>
        </p:txBody>
      </p:sp>
      <p:pic>
        <p:nvPicPr>
          <p:cNvPr id="12" name="Image 0">
            <a:extLst xmlns:a="http://schemas.openxmlformats.org/drawingml/2006/main">
              <a:ext uri="{FF2B5EF4-FFF2-40B4-BE49-F238E27FC236}">
                <a16:creationId xmlns:a16="http://schemas.microsoft.com/office/drawing/2014/main" id="{E14F44EE-DFCB-41DC-B233-AD9B3D179F08}"/>
              </a:ext>
            </a:extLst>
          </p:cNvPr>
          <p:cNvPicPr>
            <a:picLocks xmlns:a="http://schemas.openxmlformats.org/drawingml/2006/main" noChangeAspect="1"/>
          </p:cNvPicPr>
          <p:nvPr/>
        </p:nvPicPr>
        <p:blipFill>
          <a:blip xmlns:r="http://schemas.openxmlformats.org/officeDocument/2006/relationships" xmlns:a="http://schemas.openxmlformats.org/drawingml/2006/main" r:embed="Rc6bb784a600a4619"/>
          <a:stretch xmlns:a="http://schemas.openxmlformats.org/drawingml/2006/main">
            <a:fillRect l="0" t="0" r="0" b="0"/>
          </a:stretch>
        </p:blipFill>
        <p:spPr>
          <a:xfrm xmlns:a="http://schemas.openxmlformats.org/drawingml/2006/main">
            <a:off x="5003675" y="723801"/>
            <a:ext cx="6730832" cy="5410398"/>
          </a:xfrm>
          <a:prstGeom xmlns:a="http://schemas.openxmlformats.org/drawingml/2006/main" prst="rect">
            <a:avLst/>
          </a:prstGeom>
        </p:spPr>
      </p:pic>
    </p:spTree>
    <p:extLst>
      <p:ext uri="{BB962C8B-B14F-4D97-AF65-F5344CB8AC3E}">
        <p14:creationId xmlns:p14="http://schemas.microsoft.com/office/powerpoint/2010/main" val="57818997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922D14-D1AB-408A-9557-08A57FBF5C45}"/>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STOCK LIFECYCLE</a:t>
            </a:r>
            <a:endParaRPr sz="1100"/>
          </a:p>
        </p:txBody>
      </p:sp>
      <p:sp>
        <p:nvSpPr>
          <p:cNvPr id="3" name="Text 1">
            <a:extLst xmlns:a="http://schemas.openxmlformats.org/drawingml/2006/main">
              <a:ext uri="{FF2B5EF4-FFF2-40B4-BE49-F238E27FC236}">
                <a16:creationId xmlns:a16="http://schemas.microsoft.com/office/drawing/2014/main" id="{3256A76C-AA58-4204-AFFD-AACBAE96C5D7}"/>
              </a:ext>
            </a:extLst>
          </p:cNvPr>
          <p:cNvSpPr>
            <a:spLocks xmlns:a="http://schemas.openxmlformats.org/drawingml/2006/main" noGrp="1"/>
          </p:cNvSpPr>
          <p:nvPr/>
        </p:nvSpPr>
        <p:spPr>
          <a:xfrm xmlns:a="http://schemas.openxmlformats.org/drawingml/2006/main">
            <a:off x="507987" y="731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Follow stock from purchase to sale</a:t>
            </a:r>
            <a:endParaRPr sz="2800"/>
          </a:p>
        </p:txBody>
      </p:sp>
      <p:sp>
        <p:nvSpPr>
          <p:cNvPr id="4" name="Text 2">
            <a:extLst xmlns:a="http://schemas.openxmlformats.org/drawingml/2006/main">
              <a:ext uri="{FF2B5EF4-FFF2-40B4-BE49-F238E27FC236}">
                <a16:creationId xmlns:a16="http://schemas.microsoft.com/office/drawing/2014/main" id="{7C2507D0-98AF-4DB8-A92D-AE8BFA9D2F06}"/>
              </a:ext>
            </a:extLst>
          </p:cNvPr>
          <p:cNvSpPr>
            <a:spLocks xmlns:a="http://schemas.openxmlformats.org/drawingml/2006/main" noGrp="1"/>
          </p:cNvSpPr>
          <p:nvPr/>
        </p:nvSpPr>
        <p:spPr>
          <a:xfrm xmlns:a="http://schemas.openxmlformats.org/drawingml/2006/main">
            <a:off x="507987" y="1343946"/>
            <a:ext cx="11175720" cy="59570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MediShop records the chronological trail of medicines entering and leaving your shop, based entirely on entries made by staff.</a:t>
            </a:r>
            <a:endParaRPr sz="1700"/>
          </a:p>
        </p:txBody>
      </p:sp>
      <p:pic>
        <p:nvPicPr>
          <p:cNvPr id="5" name="Image 0">
            <a:extLst xmlns:a="http://schemas.openxmlformats.org/drawingml/2006/main">
              <a:ext uri="{FF2B5EF4-FFF2-40B4-BE49-F238E27FC236}">
                <a16:creationId xmlns:a16="http://schemas.microsoft.com/office/drawing/2014/main" id="{887B65D2-4AC5-488C-BC71-AB8B18457B9F}"/>
              </a:ext>
            </a:extLst>
          </p:cNvPr>
          <p:cNvPicPr>
            <a:picLocks xmlns:a="http://schemas.openxmlformats.org/drawingml/2006/main" noChangeAspect="1"/>
          </p:cNvPicPr>
          <p:nvPr/>
        </p:nvPicPr>
        <p:blipFill>
          <a:blip xmlns:r="http://schemas.openxmlformats.org/officeDocument/2006/relationships" xmlns:a="http://schemas.openxmlformats.org/drawingml/2006/main" r:embed="Rac8874df12c0441d"/>
          <a:stretch xmlns:a="http://schemas.openxmlformats.org/drawingml/2006/main">
            <a:fillRect l="0" t="0" r="0" b="0"/>
          </a:stretch>
        </p:blipFill>
        <p:spPr>
          <a:xfrm xmlns:a="http://schemas.openxmlformats.org/drawingml/2006/main">
            <a:off x="507987" y="2085578"/>
            <a:ext cx="7350239" cy="3174901"/>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54462B7-27B6-4BA8-911D-050610E5A323}"/>
              </a:ext>
            </a:extLst>
          </p:cNvPr>
          <p:cNvSpPr>
            <a:spLocks xmlns:a="http://schemas.openxmlformats.org/drawingml/2006/main" noGrp="1"/>
          </p:cNvSpPr>
          <p:nvPr/>
        </p:nvSpPr>
        <p:spPr>
          <a:xfrm xmlns:a="http://schemas.openxmlformats.org/drawingml/2006/main">
            <a:off x="863271" y="2372236"/>
            <a:ext cx="1090406" cy="23283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1. Supplier</a:t>
            </a:r>
            <a:endParaRPr sz="1400"/>
          </a:p>
        </p:txBody>
      </p:sp>
      <p:sp>
        <p:nvSpPr>
          <p:cNvPr id="7" name="Text 4">
            <a:extLst xmlns:a="http://schemas.openxmlformats.org/drawingml/2006/main">
              <a:ext uri="{FF2B5EF4-FFF2-40B4-BE49-F238E27FC236}">
                <a16:creationId xmlns:a16="http://schemas.microsoft.com/office/drawing/2014/main" id="{AB469401-4F6F-4CD7-A1CC-04770942B5FD}"/>
              </a:ext>
            </a:extLst>
          </p:cNvPr>
          <p:cNvSpPr>
            <a:spLocks xmlns:a="http://schemas.openxmlformats.org/drawingml/2006/main" noGrp="1"/>
          </p:cNvSpPr>
          <p:nvPr/>
        </p:nvSpPr>
        <p:spPr>
          <a:xfrm xmlns:a="http://schemas.openxmlformats.org/drawingml/2006/main">
            <a:off x="863271" y="2681404"/>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Distributor invoice arrives at shop</a:t>
            </a:r>
            <a:endParaRPr sz="1000"/>
          </a:p>
        </p:txBody>
      </p:sp>
      <p:sp>
        <p:nvSpPr>
          <p:cNvPr id="8" name="Text 5">
            <a:extLst xmlns:a="http://schemas.openxmlformats.org/drawingml/2006/main">
              <a:ext uri="{FF2B5EF4-FFF2-40B4-BE49-F238E27FC236}">
                <a16:creationId xmlns:a16="http://schemas.microsoft.com/office/drawing/2014/main" id="{916FF1E8-0CC0-40FF-9411-B26BC8E8111E}"/>
              </a:ext>
            </a:extLst>
          </p:cNvPr>
          <p:cNvSpPr>
            <a:spLocks xmlns:a="http://schemas.openxmlformats.org/drawingml/2006/main" noGrp="1"/>
          </p:cNvSpPr>
          <p:nvPr/>
        </p:nvSpPr>
        <p:spPr>
          <a:xfrm xmlns:a="http://schemas.openxmlformats.org/drawingml/2006/main">
            <a:off x="2259775" y="4004747"/>
            <a:ext cx="1090406" cy="4656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2. Purchase entry</a:t>
            </a:r>
            <a:endParaRPr sz="1400"/>
          </a:p>
        </p:txBody>
      </p:sp>
      <p:sp>
        <p:nvSpPr>
          <p:cNvPr id="9" name="Text 6">
            <a:extLst xmlns:a="http://schemas.openxmlformats.org/drawingml/2006/main">
              <a:ext uri="{FF2B5EF4-FFF2-40B4-BE49-F238E27FC236}">
                <a16:creationId xmlns:a16="http://schemas.microsoft.com/office/drawing/2014/main" id="{5D9E0FEF-94D7-4E3E-B7B7-5C902DDE550A}"/>
              </a:ext>
            </a:extLst>
          </p:cNvPr>
          <p:cNvSpPr>
            <a:spLocks xmlns:a="http://schemas.openxmlformats.org/drawingml/2006/main" noGrp="1"/>
          </p:cNvSpPr>
          <p:nvPr/>
        </p:nvSpPr>
        <p:spPr>
          <a:xfrm xmlns:a="http://schemas.openxmlformats.org/drawingml/2006/main">
            <a:off x="2259775" y="4546748"/>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Staff logs quantity and batch</a:t>
            </a:r>
            <a:endParaRPr sz="1000"/>
          </a:p>
        </p:txBody>
      </p:sp>
      <p:sp>
        <p:nvSpPr>
          <p:cNvPr id="10" name="Text 7">
            <a:extLst xmlns:a="http://schemas.openxmlformats.org/drawingml/2006/main">
              <a:ext uri="{FF2B5EF4-FFF2-40B4-BE49-F238E27FC236}">
                <a16:creationId xmlns:a16="http://schemas.microsoft.com/office/drawing/2014/main" id="{7FC55E5B-3C94-499D-8A3C-24A9E2801DB4}"/>
              </a:ext>
            </a:extLst>
          </p:cNvPr>
          <p:cNvSpPr>
            <a:spLocks xmlns:a="http://schemas.openxmlformats.org/drawingml/2006/main" noGrp="1"/>
          </p:cNvSpPr>
          <p:nvPr/>
        </p:nvSpPr>
        <p:spPr>
          <a:xfrm xmlns:a="http://schemas.openxmlformats.org/drawingml/2006/main">
            <a:off x="3678329" y="2372236"/>
            <a:ext cx="1090406" cy="4656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3. Batch record</a:t>
            </a:r>
            <a:endParaRPr sz="1400"/>
          </a:p>
        </p:txBody>
      </p:sp>
      <p:sp>
        <p:nvSpPr>
          <p:cNvPr id="11" name="Text 8">
            <a:extLst xmlns:a="http://schemas.openxmlformats.org/drawingml/2006/main">
              <a:ext uri="{FF2B5EF4-FFF2-40B4-BE49-F238E27FC236}">
                <a16:creationId xmlns:a16="http://schemas.microsoft.com/office/drawing/2014/main" id="{8B6D3C75-2CC0-41D5-8458-EDC7FFFEDF94}"/>
              </a:ext>
            </a:extLst>
          </p:cNvPr>
          <p:cNvSpPr>
            <a:spLocks xmlns:a="http://schemas.openxmlformats.org/drawingml/2006/main" noGrp="1"/>
          </p:cNvSpPr>
          <p:nvPr/>
        </p:nvSpPr>
        <p:spPr>
          <a:xfrm xmlns:a="http://schemas.openxmlformats.org/drawingml/2006/main">
            <a:off x="3678329" y="2914237"/>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Expiry and cost recorded</a:t>
            </a:r>
            <a:endParaRPr sz="1000"/>
          </a:p>
        </p:txBody>
      </p:sp>
      <p:sp>
        <p:nvSpPr>
          <p:cNvPr id="12" name="Text 9">
            <a:extLst xmlns:a="http://schemas.openxmlformats.org/drawingml/2006/main">
              <a:ext uri="{FF2B5EF4-FFF2-40B4-BE49-F238E27FC236}">
                <a16:creationId xmlns:a16="http://schemas.microsoft.com/office/drawing/2014/main" id="{DBD408FC-50D3-4EBD-A5B6-8F16ECFE69F8}"/>
              </a:ext>
            </a:extLst>
          </p:cNvPr>
          <p:cNvSpPr>
            <a:spLocks xmlns:a="http://schemas.openxmlformats.org/drawingml/2006/main" noGrp="1"/>
          </p:cNvSpPr>
          <p:nvPr/>
        </p:nvSpPr>
        <p:spPr>
          <a:xfrm xmlns:a="http://schemas.openxmlformats.org/drawingml/2006/main">
            <a:off x="5067483" y="4004747"/>
            <a:ext cx="1090406" cy="4656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4. Available stock</a:t>
            </a:r>
            <a:endParaRPr sz="1400"/>
          </a:p>
        </p:txBody>
      </p:sp>
      <p:sp>
        <p:nvSpPr>
          <p:cNvPr id="13" name="Text 10">
            <a:extLst xmlns:a="http://schemas.openxmlformats.org/drawingml/2006/main">
              <a:ext uri="{FF2B5EF4-FFF2-40B4-BE49-F238E27FC236}">
                <a16:creationId xmlns:a16="http://schemas.microsoft.com/office/drawing/2014/main" id="{9C9A8F4D-FD75-4194-9A87-3E66C6D63718}"/>
              </a:ext>
            </a:extLst>
          </p:cNvPr>
          <p:cNvSpPr>
            <a:spLocks xmlns:a="http://schemas.openxmlformats.org/drawingml/2006/main" noGrp="1"/>
          </p:cNvSpPr>
          <p:nvPr/>
        </p:nvSpPr>
        <p:spPr>
          <a:xfrm xmlns:a="http://schemas.openxmlformats.org/drawingml/2006/main">
            <a:off x="5067483" y="4546748"/>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Medicines billable at counter</a:t>
            </a:r>
            <a:endParaRPr sz="1000"/>
          </a:p>
        </p:txBody>
      </p:sp>
      <p:sp>
        <p:nvSpPr>
          <p:cNvPr id="14" name="Text 11">
            <a:extLst xmlns:a="http://schemas.openxmlformats.org/drawingml/2006/main">
              <a:ext uri="{FF2B5EF4-FFF2-40B4-BE49-F238E27FC236}">
                <a16:creationId xmlns:a16="http://schemas.microsoft.com/office/drawing/2014/main" id="{DBB44DB1-FCA9-4592-8FFC-5AD61B2FFB4E}"/>
              </a:ext>
            </a:extLst>
          </p:cNvPr>
          <p:cNvSpPr>
            <a:spLocks xmlns:a="http://schemas.openxmlformats.org/drawingml/2006/main" noGrp="1"/>
          </p:cNvSpPr>
          <p:nvPr/>
        </p:nvSpPr>
        <p:spPr>
          <a:xfrm xmlns:a="http://schemas.openxmlformats.org/drawingml/2006/main">
            <a:off x="6419886" y="2372236"/>
            <a:ext cx="1090406" cy="4656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0000"/>
              </a:lnSpc>
              <a:buNone/>
            </a:pPr>
            <a:r>
              <a:rPr sz="1400" b="1" spc="-28">
                <a:solidFill>
                  <a:srgbClr val="10201D"/>
                </a:solidFill>
                <a:latin typeface="Sora Bold"/>
                <a:ea typeface="Sora Bold"/>
                <a:cs typeface="Sora Bold"/>
              </a:rPr>
              <a:t>5. Sale or movement</a:t>
            </a:r>
            <a:endParaRPr sz="1400"/>
          </a:p>
        </p:txBody>
      </p:sp>
      <p:sp>
        <p:nvSpPr>
          <p:cNvPr id="15" name="Text 12">
            <a:extLst xmlns:a="http://schemas.openxmlformats.org/drawingml/2006/main">
              <a:ext uri="{FF2B5EF4-FFF2-40B4-BE49-F238E27FC236}">
                <a16:creationId xmlns:a16="http://schemas.microsoft.com/office/drawing/2014/main" id="{47ADBC93-48C2-454D-8069-A09F10CBB7DF}"/>
              </a:ext>
            </a:extLst>
          </p:cNvPr>
          <p:cNvSpPr>
            <a:spLocks xmlns:a="http://schemas.openxmlformats.org/drawingml/2006/main" noGrp="1"/>
          </p:cNvSpPr>
          <p:nvPr/>
        </p:nvSpPr>
        <p:spPr>
          <a:xfrm xmlns:a="http://schemas.openxmlformats.org/drawingml/2006/main">
            <a:off x="6419886" y="2914237"/>
            <a:ext cx="1090406" cy="351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15000"/>
              </a:lnSpc>
              <a:buNone/>
            </a:pPr>
            <a:r>
              <a:rPr sz="1000">
                <a:solidFill>
                  <a:srgbClr val="10201D"/>
                </a:solidFill>
                <a:latin typeface="IBM Plex Sans"/>
                <a:ea typeface="IBM Plex Sans"/>
                <a:cs typeface="IBM Plex Sans"/>
              </a:rPr>
              <a:t>Bill or return logged in ledger</a:t>
            </a:r>
            <a:endParaRPr sz="1000"/>
          </a:p>
        </p:txBody>
      </p:sp>
      <p:sp>
        <p:nvSpPr>
          <p:cNvPr id="16" name="Shape 13">
            <a:extLst xmlns:a="http://schemas.openxmlformats.org/drawingml/2006/main">
              <a:ext uri="{FF2B5EF4-FFF2-40B4-BE49-F238E27FC236}">
                <a16:creationId xmlns:a16="http://schemas.microsoft.com/office/drawing/2014/main" id="{79CD2BE4-CCA1-47FF-B423-97E4F8C33CFA}"/>
              </a:ext>
            </a:extLst>
          </p:cNvPr>
          <p:cNvSpPr>
            <a:spLocks xmlns:a="http://schemas.openxmlformats.org/drawingml/2006/main" noGrp="1"/>
          </p:cNvSpPr>
          <p:nvPr/>
        </p:nvSpPr>
        <p:spPr>
          <a:xfrm xmlns:a="http://schemas.openxmlformats.org/drawingml/2006/main">
            <a:off x="507987" y="5512594"/>
            <a:ext cx="9313034" cy="1015206"/>
          </a:xfrm>
          <a:prstGeom xmlns:a="http://schemas.openxmlformats.org/drawingml/2006/main" prst="roundRect">
            <a:avLst>
              <a:gd name="adj" fmla="val 21016"/>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17" name="Text 14">
            <a:extLst xmlns:a="http://schemas.openxmlformats.org/drawingml/2006/main">
              <a:ext uri="{FF2B5EF4-FFF2-40B4-BE49-F238E27FC236}">
                <a16:creationId xmlns:a16="http://schemas.microsoft.com/office/drawing/2014/main" id="{00BC93FA-1068-45FB-8DB2-C6D108C6BF49}"/>
              </a:ext>
            </a:extLst>
          </p:cNvPr>
          <p:cNvSpPr>
            <a:spLocks xmlns:a="http://schemas.openxmlformats.org/drawingml/2006/main" noGrp="1"/>
          </p:cNvSpPr>
          <p:nvPr/>
        </p:nvSpPr>
        <p:spPr>
          <a:xfrm xmlns:a="http://schemas.openxmlformats.org/drawingml/2006/main">
            <a:off x="723882" y="5657628"/>
            <a:ext cx="8881245"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b="1">
                <a:solidFill>
                  <a:srgbClr val="10201D"/>
                </a:solidFill>
                <a:latin typeface="IBM Plex Sans Bold"/>
                <a:ea typeface="IBM Plex Sans Bold"/>
                <a:cs typeface="IBM Plex Sans Bold"/>
              </a:rPr>
              <a:t>Clarification on verification:</a:t>
            </a:r>
            <a:r>
              <a:rPr sz="1400">
                <a:solidFill>
                  <a:srgbClr val="10201D"/>
                </a:solidFill>
                <a:latin typeface="IBM Plex Sans"/>
                <a:ea typeface="IBM Plex Sans"/>
                <a:cs typeface="IBM Plex Sans"/>
              </a:rPr>
              <a:t> Batch records reflect the supplier details and dates recorded by your team. The system records your workflow; it does not physically count cartons or verify third-party supplier papers independently.</a:t>
            </a:r>
            <a:endParaRPr sz="1400"/>
          </a:p>
        </p:txBody>
      </p:sp>
    </p:spTree>
    <p:extLst>
      <p:ext uri="{BB962C8B-B14F-4D97-AF65-F5344CB8AC3E}">
        <p14:creationId xmlns:p14="http://schemas.microsoft.com/office/powerpoint/2010/main" val="20114250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9B44B8-4FE5-429B-8508-59772C3C0367}"/>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BILLING COUNTER</a:t>
            </a:r>
            <a:endParaRPr sz="1100"/>
          </a:p>
        </p:txBody>
      </p:sp>
      <p:sp>
        <p:nvSpPr>
          <p:cNvPr id="3" name="Text 1">
            <a:extLst xmlns:a="http://schemas.openxmlformats.org/drawingml/2006/main">
              <a:ext uri="{FF2B5EF4-FFF2-40B4-BE49-F238E27FC236}">
                <a16:creationId xmlns:a16="http://schemas.microsoft.com/office/drawing/2014/main" id="{92E312AD-0EB1-4715-8343-61391DEE964B}"/>
              </a:ext>
            </a:extLst>
          </p:cNvPr>
          <p:cNvSpPr>
            <a:spLocks xmlns:a="http://schemas.openxmlformats.org/drawingml/2006/main" noGrp="1"/>
          </p:cNvSpPr>
          <p:nvPr/>
        </p:nvSpPr>
        <p:spPr>
          <a:xfrm xmlns:a="http://schemas.openxmlformats.org/drawingml/2006/main">
            <a:off x="507987" y="731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A counter-focused billing workflow</a:t>
            </a:r>
            <a:endParaRPr sz="2800"/>
          </a:p>
        </p:txBody>
      </p:sp>
      <p:sp>
        <p:nvSpPr>
          <p:cNvPr id="4" name="Text 2">
            <a:extLst xmlns:a="http://schemas.openxmlformats.org/drawingml/2006/main">
              <a:ext uri="{FF2B5EF4-FFF2-40B4-BE49-F238E27FC236}">
                <a16:creationId xmlns:a16="http://schemas.microsoft.com/office/drawing/2014/main" id="{52362623-FF1E-426B-9545-BD63E59DEBDD}"/>
              </a:ext>
            </a:extLst>
          </p:cNvPr>
          <p:cNvSpPr>
            <a:spLocks xmlns:a="http://schemas.openxmlformats.org/drawingml/2006/main" noGrp="1"/>
          </p:cNvSpPr>
          <p:nvPr/>
        </p:nvSpPr>
        <p:spPr>
          <a:xfrm xmlns:a="http://schemas.openxmlformats.org/drawingml/2006/main">
            <a:off x="507987" y="1343946"/>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Designed for rapid typing during evening peak hours, with clear batch selection and flexible payment modes.</a:t>
            </a:r>
            <a:endParaRPr sz="1700"/>
          </a:p>
        </p:txBody>
      </p:sp>
      <p:sp>
        <p:nvSpPr>
          <p:cNvPr id="5" name="Shape 3">
            <a:extLst xmlns:a="http://schemas.openxmlformats.org/drawingml/2006/main">
              <a:ext uri="{FF2B5EF4-FFF2-40B4-BE49-F238E27FC236}">
                <a16:creationId xmlns:a16="http://schemas.microsoft.com/office/drawing/2014/main" id="{8F39B4C7-187B-4415-BAE0-48B9559223E4}"/>
              </a:ext>
            </a:extLst>
          </p:cNvPr>
          <p:cNvSpPr>
            <a:spLocks xmlns:a="http://schemas.openxmlformats.org/drawingml/2006/main" noGrp="1"/>
          </p:cNvSpPr>
          <p:nvPr/>
        </p:nvSpPr>
        <p:spPr>
          <a:xfrm xmlns:a="http://schemas.openxmlformats.org/drawingml/2006/main">
            <a:off x="507987" y="1813123"/>
            <a:ext cx="2565336" cy="2695674"/>
          </a:xfrm>
          <a:prstGeom xmlns:a="http://schemas.openxmlformats.org/drawingml/2006/main" prst="roundRect">
            <a:avLst>
              <a:gd name="adj" fmla="val 3535"/>
            </a:avLst>
          </a:prstGeom>
          <a:solidFill xmlns:a="http://schemas.openxmlformats.org/drawingml/2006/main">
            <a:srgbClr val="E5E9DA"/>
          </a:solidFill>
        </p:spPr>
      </p:sp>
      <p:sp>
        <p:nvSpPr>
          <p:cNvPr id="6" name="Text 4">
            <a:extLst xmlns:a="http://schemas.openxmlformats.org/drawingml/2006/main">
              <a:ext uri="{FF2B5EF4-FFF2-40B4-BE49-F238E27FC236}">
                <a16:creationId xmlns:a16="http://schemas.microsoft.com/office/drawing/2014/main" id="{D1CB1CEC-6CB5-48FD-91B9-D016303B1726}"/>
              </a:ext>
            </a:extLst>
          </p:cNvPr>
          <p:cNvSpPr>
            <a:spLocks xmlns:a="http://schemas.openxmlformats.org/drawingml/2006/main" noGrp="1"/>
          </p:cNvSpPr>
          <p:nvPr/>
        </p:nvSpPr>
        <p:spPr>
          <a:xfrm xmlns:a="http://schemas.openxmlformats.org/drawingml/2006/main">
            <a:off x="736582" y="2041723"/>
            <a:ext cx="868738"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083C35"/>
                </a:solidFill>
                <a:latin typeface="IBM Plex Sans SemiBold"/>
                <a:ea typeface="IBM Plex Sans SemiBold"/>
                <a:cs typeface="IBM Plex Sans SemiBold"/>
              </a:rPr>
              <a:t>01</a:t>
            </a:r>
            <a:endParaRPr sz="1700"/>
          </a:p>
        </p:txBody>
      </p:sp>
      <p:sp>
        <p:nvSpPr>
          <p:cNvPr id="7" name="Shape 5">
            <a:extLst xmlns:a="http://schemas.openxmlformats.org/drawingml/2006/main">
              <a:ext uri="{FF2B5EF4-FFF2-40B4-BE49-F238E27FC236}">
                <a16:creationId xmlns:a16="http://schemas.microsoft.com/office/drawing/2014/main" id="{74079B96-FD3A-4C02-B765-B36867BF00F8}"/>
              </a:ext>
            </a:extLst>
          </p:cNvPr>
          <p:cNvSpPr>
            <a:spLocks xmlns:a="http://schemas.openxmlformats.org/drawingml/2006/main" noGrp="1"/>
          </p:cNvSpPr>
          <p:nvPr/>
        </p:nvSpPr>
        <p:spPr>
          <a:xfrm xmlns:a="http://schemas.openxmlformats.org/drawingml/2006/main">
            <a:off x="736582" y="2343944"/>
            <a:ext cx="2108048" cy="38100"/>
          </a:xfrm>
          <a:prstGeom xmlns:a="http://schemas.openxmlformats.org/drawingml/2006/main" prst="rect">
            <a:avLst/>
          </a:prstGeom>
          <a:solidFill xmlns:a="http://schemas.openxmlformats.org/drawingml/2006/main">
            <a:srgbClr val="0A7C78"/>
          </a:solidFill>
        </p:spPr>
      </p:sp>
      <p:sp>
        <p:nvSpPr>
          <p:cNvPr id="8" name="Text 6">
            <a:extLst xmlns:a="http://schemas.openxmlformats.org/drawingml/2006/main">
              <a:ext uri="{FF2B5EF4-FFF2-40B4-BE49-F238E27FC236}">
                <a16:creationId xmlns:a16="http://schemas.microsoft.com/office/drawing/2014/main" id="{6942A89C-5639-455C-B9DD-2706C97042E1}"/>
              </a:ext>
            </a:extLst>
          </p:cNvPr>
          <p:cNvSpPr>
            <a:spLocks xmlns:a="http://schemas.openxmlformats.org/drawingml/2006/main" noGrp="1"/>
          </p:cNvSpPr>
          <p:nvPr/>
        </p:nvSpPr>
        <p:spPr>
          <a:xfrm xmlns:a="http://schemas.openxmlformats.org/drawingml/2006/main">
            <a:off x="736582" y="2521811"/>
            <a:ext cx="210814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Search item</a:t>
            </a:r>
            <a:endParaRPr sz="1800"/>
          </a:p>
        </p:txBody>
      </p:sp>
      <p:sp>
        <p:nvSpPr>
          <p:cNvPr id="9" name="Text 7">
            <a:extLst xmlns:a="http://schemas.openxmlformats.org/drawingml/2006/main">
              <a:ext uri="{FF2B5EF4-FFF2-40B4-BE49-F238E27FC236}">
                <a16:creationId xmlns:a16="http://schemas.microsoft.com/office/drawing/2014/main" id="{2885BA02-2EB2-4ECB-9433-165A48D45411}"/>
              </a:ext>
            </a:extLst>
          </p:cNvPr>
          <p:cNvSpPr>
            <a:spLocks xmlns:a="http://schemas.openxmlformats.org/drawingml/2006/main" noGrp="1"/>
          </p:cNvSpPr>
          <p:nvPr/>
        </p:nvSpPr>
        <p:spPr>
          <a:xfrm xmlns:a="http://schemas.openxmlformats.org/drawingml/2006/main">
            <a:off x="736582" y="3002732"/>
            <a:ext cx="2108147"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Find by brand, salt name or barcode at the counter.</a:t>
            </a:r>
            <a:endParaRPr sz="1400"/>
          </a:p>
        </p:txBody>
      </p:sp>
      <p:sp>
        <p:nvSpPr>
          <p:cNvPr id="10" name="Shape 8">
            <a:extLst xmlns:a="http://schemas.openxmlformats.org/drawingml/2006/main">
              <a:ext uri="{FF2B5EF4-FFF2-40B4-BE49-F238E27FC236}">
                <a16:creationId xmlns:a16="http://schemas.microsoft.com/office/drawing/2014/main" id="{DFE2816C-213E-498A-AF57-056C78EE8EC7}"/>
              </a:ext>
            </a:extLst>
          </p:cNvPr>
          <p:cNvSpPr>
            <a:spLocks xmlns:a="http://schemas.openxmlformats.org/drawingml/2006/main" noGrp="1"/>
          </p:cNvSpPr>
          <p:nvPr/>
        </p:nvSpPr>
        <p:spPr>
          <a:xfrm xmlns:a="http://schemas.openxmlformats.org/drawingml/2006/main">
            <a:off x="3378115" y="1813123"/>
            <a:ext cx="2565336" cy="2695674"/>
          </a:xfrm>
          <a:prstGeom xmlns:a="http://schemas.openxmlformats.org/drawingml/2006/main" prst="roundRect">
            <a:avLst>
              <a:gd name="adj" fmla="val 3535"/>
            </a:avLst>
          </a:prstGeom>
          <a:solidFill xmlns:a="http://schemas.openxmlformats.org/drawingml/2006/main">
            <a:srgbClr val="E5E9DA"/>
          </a:solidFill>
        </p:spPr>
      </p:sp>
      <p:sp>
        <p:nvSpPr>
          <p:cNvPr id="11" name="Text 9">
            <a:extLst xmlns:a="http://schemas.openxmlformats.org/drawingml/2006/main">
              <a:ext uri="{FF2B5EF4-FFF2-40B4-BE49-F238E27FC236}">
                <a16:creationId xmlns:a16="http://schemas.microsoft.com/office/drawing/2014/main" id="{944B0301-E2CF-4256-BAD6-E030138C400C}"/>
              </a:ext>
            </a:extLst>
          </p:cNvPr>
          <p:cNvSpPr>
            <a:spLocks xmlns:a="http://schemas.openxmlformats.org/drawingml/2006/main" noGrp="1"/>
          </p:cNvSpPr>
          <p:nvPr/>
        </p:nvSpPr>
        <p:spPr>
          <a:xfrm xmlns:a="http://schemas.openxmlformats.org/drawingml/2006/main">
            <a:off x="3606710" y="2041723"/>
            <a:ext cx="868738"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083C35"/>
                </a:solidFill>
                <a:latin typeface="IBM Plex Sans SemiBold"/>
                <a:ea typeface="IBM Plex Sans SemiBold"/>
                <a:cs typeface="IBM Plex Sans SemiBold"/>
              </a:rPr>
              <a:t>02</a:t>
            </a:r>
            <a:endParaRPr sz="1700"/>
          </a:p>
        </p:txBody>
      </p:sp>
      <p:sp>
        <p:nvSpPr>
          <p:cNvPr id="12" name="Shape 10">
            <a:extLst xmlns:a="http://schemas.openxmlformats.org/drawingml/2006/main">
              <a:ext uri="{FF2B5EF4-FFF2-40B4-BE49-F238E27FC236}">
                <a16:creationId xmlns:a16="http://schemas.microsoft.com/office/drawing/2014/main" id="{C5F2B2A5-F646-48E8-BDD2-D5F8B29C3468}"/>
              </a:ext>
            </a:extLst>
          </p:cNvPr>
          <p:cNvSpPr>
            <a:spLocks xmlns:a="http://schemas.openxmlformats.org/drawingml/2006/main" noGrp="1"/>
          </p:cNvSpPr>
          <p:nvPr/>
        </p:nvSpPr>
        <p:spPr>
          <a:xfrm xmlns:a="http://schemas.openxmlformats.org/drawingml/2006/main">
            <a:off x="3606710" y="2343944"/>
            <a:ext cx="2108048" cy="38100"/>
          </a:xfrm>
          <a:prstGeom xmlns:a="http://schemas.openxmlformats.org/drawingml/2006/main" prst="rect">
            <a:avLst/>
          </a:prstGeom>
          <a:solidFill xmlns:a="http://schemas.openxmlformats.org/drawingml/2006/main">
            <a:srgbClr val="0A7C78"/>
          </a:solidFill>
        </p:spPr>
      </p:sp>
      <p:sp>
        <p:nvSpPr>
          <p:cNvPr id="13" name="Text 11">
            <a:extLst xmlns:a="http://schemas.openxmlformats.org/drawingml/2006/main">
              <a:ext uri="{FF2B5EF4-FFF2-40B4-BE49-F238E27FC236}">
                <a16:creationId xmlns:a16="http://schemas.microsoft.com/office/drawing/2014/main" id="{24FE8F86-9841-4E4A-B92D-08D688BD51DC}"/>
              </a:ext>
            </a:extLst>
          </p:cNvPr>
          <p:cNvSpPr>
            <a:spLocks xmlns:a="http://schemas.openxmlformats.org/drawingml/2006/main" noGrp="1"/>
          </p:cNvSpPr>
          <p:nvPr/>
        </p:nvSpPr>
        <p:spPr>
          <a:xfrm xmlns:a="http://schemas.openxmlformats.org/drawingml/2006/main">
            <a:off x="3606710" y="2521811"/>
            <a:ext cx="210814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Pick batch</a:t>
            </a:r>
            <a:endParaRPr sz="1800"/>
          </a:p>
        </p:txBody>
      </p:sp>
      <p:sp>
        <p:nvSpPr>
          <p:cNvPr id="14" name="Text 12">
            <a:extLst xmlns:a="http://schemas.openxmlformats.org/drawingml/2006/main">
              <a:ext uri="{FF2B5EF4-FFF2-40B4-BE49-F238E27FC236}">
                <a16:creationId xmlns:a16="http://schemas.microsoft.com/office/drawing/2014/main" id="{024D09A8-C4C9-4F1A-A654-96D199011874}"/>
              </a:ext>
            </a:extLst>
          </p:cNvPr>
          <p:cNvSpPr>
            <a:spLocks xmlns:a="http://schemas.openxmlformats.org/drawingml/2006/main" noGrp="1"/>
          </p:cNvSpPr>
          <p:nvPr/>
        </p:nvSpPr>
        <p:spPr>
          <a:xfrm xmlns:a="http://schemas.openxmlformats.org/drawingml/2006/main">
            <a:off x="3606710" y="3002732"/>
            <a:ext cx="2108147"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Choose available stock and quantity; see MRP and expiry.</a:t>
            </a:r>
            <a:endParaRPr sz="1400"/>
          </a:p>
        </p:txBody>
      </p:sp>
      <p:sp>
        <p:nvSpPr>
          <p:cNvPr id="15" name="Shape 13">
            <a:extLst xmlns:a="http://schemas.openxmlformats.org/drawingml/2006/main">
              <a:ext uri="{FF2B5EF4-FFF2-40B4-BE49-F238E27FC236}">
                <a16:creationId xmlns:a16="http://schemas.microsoft.com/office/drawing/2014/main" id="{BE85B9C4-55BD-4720-9611-11C3B799EB5F}"/>
              </a:ext>
            </a:extLst>
          </p:cNvPr>
          <p:cNvSpPr>
            <a:spLocks xmlns:a="http://schemas.openxmlformats.org/drawingml/2006/main" noGrp="1"/>
          </p:cNvSpPr>
          <p:nvPr/>
        </p:nvSpPr>
        <p:spPr>
          <a:xfrm xmlns:a="http://schemas.openxmlformats.org/drawingml/2006/main">
            <a:off x="6248244" y="1813123"/>
            <a:ext cx="2565336" cy="2695674"/>
          </a:xfrm>
          <a:prstGeom xmlns:a="http://schemas.openxmlformats.org/drawingml/2006/main" prst="roundRect">
            <a:avLst>
              <a:gd name="adj" fmla="val 3535"/>
            </a:avLst>
          </a:prstGeom>
          <a:solidFill xmlns:a="http://schemas.openxmlformats.org/drawingml/2006/main">
            <a:srgbClr val="E5E9DA"/>
          </a:solidFill>
        </p:spPr>
      </p:sp>
      <p:sp>
        <p:nvSpPr>
          <p:cNvPr id="16" name="Text 14">
            <a:extLst xmlns:a="http://schemas.openxmlformats.org/drawingml/2006/main">
              <a:ext uri="{FF2B5EF4-FFF2-40B4-BE49-F238E27FC236}">
                <a16:creationId xmlns:a16="http://schemas.microsoft.com/office/drawing/2014/main" id="{E13E1218-8982-466F-89A2-ADE42252BB7D}"/>
              </a:ext>
            </a:extLst>
          </p:cNvPr>
          <p:cNvSpPr>
            <a:spLocks xmlns:a="http://schemas.openxmlformats.org/drawingml/2006/main" noGrp="1"/>
          </p:cNvSpPr>
          <p:nvPr/>
        </p:nvSpPr>
        <p:spPr>
          <a:xfrm xmlns:a="http://schemas.openxmlformats.org/drawingml/2006/main">
            <a:off x="6476838" y="2041723"/>
            <a:ext cx="868738"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083C35"/>
                </a:solidFill>
                <a:latin typeface="IBM Plex Sans SemiBold"/>
                <a:ea typeface="IBM Plex Sans SemiBold"/>
                <a:cs typeface="IBM Plex Sans SemiBold"/>
              </a:rPr>
              <a:t>03</a:t>
            </a:r>
            <a:endParaRPr sz="1700"/>
          </a:p>
        </p:txBody>
      </p:sp>
      <p:sp>
        <p:nvSpPr>
          <p:cNvPr id="17" name="Shape 15">
            <a:extLst xmlns:a="http://schemas.openxmlformats.org/drawingml/2006/main">
              <a:ext uri="{FF2B5EF4-FFF2-40B4-BE49-F238E27FC236}">
                <a16:creationId xmlns:a16="http://schemas.microsoft.com/office/drawing/2014/main" id="{81784CB6-56E6-4FA9-A7F1-AF199FE82552}"/>
              </a:ext>
            </a:extLst>
          </p:cNvPr>
          <p:cNvSpPr>
            <a:spLocks xmlns:a="http://schemas.openxmlformats.org/drawingml/2006/main" noGrp="1"/>
          </p:cNvSpPr>
          <p:nvPr/>
        </p:nvSpPr>
        <p:spPr>
          <a:xfrm xmlns:a="http://schemas.openxmlformats.org/drawingml/2006/main">
            <a:off x="6476838" y="2343944"/>
            <a:ext cx="2108048" cy="38100"/>
          </a:xfrm>
          <a:prstGeom xmlns:a="http://schemas.openxmlformats.org/drawingml/2006/main" prst="rect">
            <a:avLst/>
          </a:prstGeom>
          <a:solidFill xmlns:a="http://schemas.openxmlformats.org/drawingml/2006/main">
            <a:srgbClr val="0A7C78"/>
          </a:solidFill>
        </p:spPr>
      </p:sp>
      <p:sp>
        <p:nvSpPr>
          <p:cNvPr id="18" name="Text 16">
            <a:extLst xmlns:a="http://schemas.openxmlformats.org/drawingml/2006/main">
              <a:ext uri="{FF2B5EF4-FFF2-40B4-BE49-F238E27FC236}">
                <a16:creationId xmlns:a16="http://schemas.microsoft.com/office/drawing/2014/main" id="{0BCCAD76-5E85-4345-BB66-E1CAD97E4467}"/>
              </a:ext>
            </a:extLst>
          </p:cNvPr>
          <p:cNvSpPr>
            <a:spLocks xmlns:a="http://schemas.openxmlformats.org/drawingml/2006/main" noGrp="1"/>
          </p:cNvSpPr>
          <p:nvPr/>
        </p:nvSpPr>
        <p:spPr>
          <a:xfrm xmlns:a="http://schemas.openxmlformats.org/drawingml/2006/main">
            <a:off x="6476838" y="2521811"/>
            <a:ext cx="2108147" cy="6034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Customer &amp; payment</a:t>
            </a:r>
            <a:endParaRPr sz="1800"/>
          </a:p>
        </p:txBody>
      </p:sp>
      <p:sp>
        <p:nvSpPr>
          <p:cNvPr id="19" name="Text 17">
            <a:extLst xmlns:a="http://schemas.openxmlformats.org/drawingml/2006/main">
              <a:ext uri="{FF2B5EF4-FFF2-40B4-BE49-F238E27FC236}">
                <a16:creationId xmlns:a16="http://schemas.microsoft.com/office/drawing/2014/main" id="{9303C236-A69E-42B4-B39F-94C285306E91}"/>
              </a:ext>
            </a:extLst>
          </p:cNvPr>
          <p:cNvSpPr>
            <a:spLocks xmlns:a="http://schemas.openxmlformats.org/drawingml/2006/main" noGrp="1"/>
          </p:cNvSpPr>
          <p:nvPr/>
        </p:nvSpPr>
        <p:spPr>
          <a:xfrm xmlns:a="http://schemas.openxmlformats.org/drawingml/2006/main">
            <a:off x="6476838" y="3304457"/>
            <a:ext cx="2108147" cy="9810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Select a customer if needed. Choose cash, UPI, card, split payments or credit.</a:t>
            </a:r>
            <a:endParaRPr sz="1400"/>
          </a:p>
        </p:txBody>
      </p:sp>
      <p:sp>
        <p:nvSpPr>
          <p:cNvPr id="20" name="Shape 18">
            <a:extLst xmlns:a="http://schemas.openxmlformats.org/drawingml/2006/main">
              <a:ext uri="{FF2B5EF4-FFF2-40B4-BE49-F238E27FC236}">
                <a16:creationId xmlns:a16="http://schemas.microsoft.com/office/drawing/2014/main" id="{3A45A205-EAB6-445D-B905-88B8CE7EBF1E}"/>
              </a:ext>
            </a:extLst>
          </p:cNvPr>
          <p:cNvSpPr>
            <a:spLocks xmlns:a="http://schemas.openxmlformats.org/drawingml/2006/main" noGrp="1"/>
          </p:cNvSpPr>
          <p:nvPr/>
        </p:nvSpPr>
        <p:spPr>
          <a:xfrm xmlns:a="http://schemas.openxmlformats.org/drawingml/2006/main">
            <a:off x="9118372" y="1813123"/>
            <a:ext cx="2565336" cy="2695674"/>
          </a:xfrm>
          <a:prstGeom xmlns:a="http://schemas.openxmlformats.org/drawingml/2006/main" prst="roundRect">
            <a:avLst>
              <a:gd name="adj" fmla="val 3535"/>
            </a:avLst>
          </a:prstGeom>
          <a:solidFill xmlns:a="http://schemas.openxmlformats.org/drawingml/2006/main">
            <a:srgbClr val="E5E9DA"/>
          </a:solidFill>
        </p:spPr>
      </p:sp>
      <p:sp>
        <p:nvSpPr>
          <p:cNvPr id="21" name="Text 19">
            <a:extLst xmlns:a="http://schemas.openxmlformats.org/drawingml/2006/main">
              <a:ext uri="{FF2B5EF4-FFF2-40B4-BE49-F238E27FC236}">
                <a16:creationId xmlns:a16="http://schemas.microsoft.com/office/drawing/2014/main" id="{9C56D515-657C-4723-A513-6739488D5342}"/>
              </a:ext>
            </a:extLst>
          </p:cNvPr>
          <p:cNvSpPr>
            <a:spLocks xmlns:a="http://schemas.openxmlformats.org/drawingml/2006/main" noGrp="1"/>
          </p:cNvSpPr>
          <p:nvPr/>
        </p:nvSpPr>
        <p:spPr>
          <a:xfrm xmlns:a="http://schemas.openxmlformats.org/drawingml/2006/main">
            <a:off x="9346966" y="2041723"/>
            <a:ext cx="868738"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10201D"/>
                </a:solidFill>
                <a:latin typeface="IBM Plex Sans SemiBold"/>
                <a:ea typeface="IBM Plex Sans SemiBold"/>
                <a:cs typeface="IBM Plex Sans SemiBold"/>
              </a:rPr>
              <a:t>04</a:t>
            </a:r>
            <a:endParaRPr sz="1700"/>
          </a:p>
        </p:txBody>
      </p:sp>
      <p:sp>
        <p:nvSpPr>
          <p:cNvPr id="22" name="Shape 20">
            <a:extLst xmlns:a="http://schemas.openxmlformats.org/drawingml/2006/main">
              <a:ext uri="{FF2B5EF4-FFF2-40B4-BE49-F238E27FC236}">
                <a16:creationId xmlns:a16="http://schemas.microsoft.com/office/drawing/2014/main" id="{7A2B4E04-2E72-4747-8E61-CA6219D9C6FB}"/>
              </a:ext>
            </a:extLst>
          </p:cNvPr>
          <p:cNvSpPr>
            <a:spLocks xmlns:a="http://schemas.openxmlformats.org/drawingml/2006/main" noGrp="1"/>
          </p:cNvSpPr>
          <p:nvPr/>
        </p:nvSpPr>
        <p:spPr>
          <a:xfrm xmlns:a="http://schemas.openxmlformats.org/drawingml/2006/main">
            <a:off x="9346966" y="2343944"/>
            <a:ext cx="2108048" cy="38100"/>
          </a:xfrm>
          <a:prstGeom xmlns:a="http://schemas.openxmlformats.org/drawingml/2006/main" prst="rect">
            <a:avLst/>
          </a:prstGeom>
          <a:solidFill xmlns:a="http://schemas.openxmlformats.org/drawingml/2006/main">
            <a:srgbClr val="0A7C78"/>
          </a:solidFill>
        </p:spPr>
      </p:sp>
      <p:sp>
        <p:nvSpPr>
          <p:cNvPr id="23" name="Text 21">
            <a:extLst xmlns:a="http://schemas.openxmlformats.org/drawingml/2006/main">
              <a:ext uri="{FF2B5EF4-FFF2-40B4-BE49-F238E27FC236}">
                <a16:creationId xmlns:a16="http://schemas.microsoft.com/office/drawing/2014/main" id="{BAADA3B5-3922-4D64-AE42-8C25D5C5BD13}"/>
              </a:ext>
            </a:extLst>
          </p:cNvPr>
          <p:cNvSpPr>
            <a:spLocks xmlns:a="http://schemas.openxmlformats.org/drawingml/2006/main" noGrp="1"/>
          </p:cNvSpPr>
          <p:nvPr/>
        </p:nvSpPr>
        <p:spPr>
          <a:xfrm xmlns:a="http://schemas.openxmlformats.org/drawingml/2006/main">
            <a:off x="9346966" y="2521811"/>
            <a:ext cx="210814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Save &amp; receipt</a:t>
            </a:r>
            <a:endParaRPr sz="1800"/>
          </a:p>
        </p:txBody>
      </p:sp>
      <p:sp>
        <p:nvSpPr>
          <p:cNvPr id="24" name="Text 22">
            <a:extLst xmlns:a="http://schemas.openxmlformats.org/drawingml/2006/main">
              <a:ext uri="{FF2B5EF4-FFF2-40B4-BE49-F238E27FC236}">
                <a16:creationId xmlns:a16="http://schemas.microsoft.com/office/drawing/2014/main" id="{D5A79BC0-B511-42DA-93FB-123185BD8AA8}"/>
              </a:ext>
            </a:extLst>
          </p:cNvPr>
          <p:cNvSpPr>
            <a:spLocks xmlns:a="http://schemas.openxmlformats.org/drawingml/2006/main" noGrp="1"/>
          </p:cNvSpPr>
          <p:nvPr/>
        </p:nvSpPr>
        <p:spPr>
          <a:xfrm xmlns:a="http://schemas.openxmlformats.org/drawingml/2006/main">
            <a:off x="9346966" y="3002732"/>
            <a:ext cx="2108147" cy="73580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Save the bill and print or save an 80 mm receipt or A4/PDF invoice.</a:t>
            </a:r>
            <a:endParaRPr sz="1400"/>
          </a:p>
        </p:txBody>
      </p:sp>
      <p:sp>
        <p:nvSpPr>
          <p:cNvPr id="25" name="Shape 23">
            <a:extLst xmlns:a="http://schemas.openxmlformats.org/drawingml/2006/main">
              <a:ext uri="{FF2B5EF4-FFF2-40B4-BE49-F238E27FC236}">
                <a16:creationId xmlns:a16="http://schemas.microsoft.com/office/drawing/2014/main" id="{BBDBD0A8-100C-4C39-A26A-0F67D0F911BF}"/>
              </a:ext>
            </a:extLst>
          </p:cNvPr>
          <p:cNvSpPr>
            <a:spLocks xmlns:a="http://schemas.openxmlformats.org/drawingml/2006/main" noGrp="1"/>
          </p:cNvSpPr>
          <p:nvPr/>
        </p:nvSpPr>
        <p:spPr>
          <a:xfrm xmlns:a="http://schemas.openxmlformats.org/drawingml/2006/main">
            <a:off x="9346966" y="3882430"/>
            <a:ext cx="1409665" cy="343495"/>
          </a:xfrm>
          <a:prstGeom xmlns:a="http://schemas.openxmlformats.org/drawingml/2006/main" prst="roundRect">
            <a:avLst>
              <a:gd name="adj" fmla="val 49999"/>
            </a:avLst>
          </a:prstGeom>
          <a:solidFill xmlns:a="http://schemas.openxmlformats.org/drawingml/2006/main">
            <a:srgbClr val="D2F9F4"/>
          </a:solidFill>
        </p:spPr>
      </p:sp>
      <p:sp>
        <p:nvSpPr>
          <p:cNvPr id="26" name="Text 24">
            <a:extLst xmlns:a="http://schemas.openxmlformats.org/drawingml/2006/main">
              <a:ext uri="{FF2B5EF4-FFF2-40B4-BE49-F238E27FC236}">
                <a16:creationId xmlns:a16="http://schemas.microsoft.com/office/drawing/2014/main" id="{A0897CE6-568F-41D4-B204-F6D50BBB61A6}"/>
              </a:ext>
            </a:extLst>
          </p:cNvPr>
          <p:cNvSpPr>
            <a:spLocks xmlns:a="http://schemas.openxmlformats.org/drawingml/2006/main" noGrp="1"/>
          </p:cNvSpPr>
          <p:nvPr/>
        </p:nvSpPr>
        <p:spPr>
          <a:xfrm xmlns:a="http://schemas.openxmlformats.org/drawingml/2006/main">
            <a:off x="9476443" y="3960252"/>
            <a:ext cx="1760295" cy="2141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350" spc="14">
                <a:solidFill>
                  <a:srgbClr val="10201D"/>
                </a:solidFill>
                <a:latin typeface="IBM Plex Sans SemiBold"/>
                <a:ea typeface="IBM Plex Sans SemiBold"/>
                <a:cs typeface="IBM Plex Sans SemiBold"/>
              </a:rPr>
              <a:t>Ready to print</a:t>
            </a:r>
            <a:endParaRPr sz="1350"/>
          </a:p>
        </p:txBody>
      </p:sp>
      <p:sp>
        <p:nvSpPr>
          <p:cNvPr id="27" name="Shape 25">
            <a:extLst xmlns:a="http://schemas.openxmlformats.org/drawingml/2006/main">
              <a:ext uri="{FF2B5EF4-FFF2-40B4-BE49-F238E27FC236}">
                <a16:creationId xmlns:a16="http://schemas.microsoft.com/office/drawing/2014/main" id="{E321BC52-FC17-461D-BED2-D3C27D539B4C}"/>
              </a:ext>
            </a:extLst>
          </p:cNvPr>
          <p:cNvSpPr>
            <a:spLocks xmlns:a="http://schemas.openxmlformats.org/drawingml/2006/main" noGrp="1"/>
          </p:cNvSpPr>
          <p:nvPr/>
        </p:nvSpPr>
        <p:spPr>
          <a:xfrm xmlns:a="http://schemas.openxmlformats.org/drawingml/2006/main">
            <a:off x="507987" y="4813598"/>
            <a:ext cx="11175720" cy="524669"/>
          </a:xfrm>
          <a:prstGeom xmlns:a="http://schemas.openxmlformats.org/drawingml/2006/main" prst="roundRect">
            <a:avLst>
              <a:gd name="adj" fmla="val 40665"/>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28" name="Text 26">
            <a:extLst xmlns:a="http://schemas.openxmlformats.org/drawingml/2006/main">
              <a:ext uri="{FF2B5EF4-FFF2-40B4-BE49-F238E27FC236}">
                <a16:creationId xmlns:a16="http://schemas.microsoft.com/office/drawing/2014/main" id="{D1B8F40E-3F6B-4CFE-8D03-DDA4159B9A02}"/>
              </a:ext>
            </a:extLst>
          </p:cNvPr>
          <p:cNvSpPr>
            <a:spLocks xmlns:a="http://schemas.openxmlformats.org/drawingml/2006/main" noGrp="1"/>
          </p:cNvSpPr>
          <p:nvPr/>
        </p:nvSpPr>
        <p:spPr>
          <a:xfrm xmlns:a="http://schemas.openxmlformats.org/drawingml/2006/main">
            <a:off x="723882" y="4958632"/>
            <a:ext cx="10959826" cy="24526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400" b="1">
                <a:solidFill>
                  <a:srgbClr val="10201D"/>
                </a:solidFill>
                <a:latin typeface="IBM Plex Sans Bold"/>
                <a:ea typeface="IBM Plex Sans Bold"/>
                <a:cs typeface="IBM Plex Sans Bold"/>
              </a:rPr>
              <a:t>Hardware configuration:</a:t>
            </a:r>
            <a:r>
              <a:rPr sz="1400">
                <a:solidFill>
                  <a:srgbClr val="10201D"/>
                </a:solidFill>
                <a:latin typeface="IBM Plex Sans"/>
                <a:ea typeface="IBM Plex Sans"/>
                <a:cs typeface="IBM Plex Sans"/>
              </a:rPr>
              <a:t> Printer and paper settings are confirmed with the shop during setup.</a:t>
            </a:r>
            <a:endParaRPr sz="1400"/>
          </a:p>
        </p:txBody>
      </p:sp>
    </p:spTree>
    <p:extLst>
      <p:ext uri="{BB962C8B-B14F-4D97-AF65-F5344CB8AC3E}">
        <p14:creationId xmlns:p14="http://schemas.microsoft.com/office/powerpoint/2010/main" val="76240920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BDDD62F-3CCA-4366-ABA9-A3CE39973AD4}"/>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PAYMENTS &amp; SETTLEMENTS</a:t>
            </a:r>
            <a:endParaRPr sz="1100"/>
          </a:p>
        </p:txBody>
      </p:sp>
      <p:sp>
        <p:nvSpPr>
          <p:cNvPr id="3" name="Text 1">
            <a:extLst xmlns:a="http://schemas.openxmlformats.org/drawingml/2006/main">
              <a:ext uri="{FF2B5EF4-FFF2-40B4-BE49-F238E27FC236}">
                <a16:creationId xmlns:a16="http://schemas.microsoft.com/office/drawing/2014/main" id="{B62FA759-9AA8-47CE-A306-B6CCA1888336}"/>
              </a:ext>
            </a:extLst>
          </p:cNvPr>
          <p:cNvSpPr>
            <a:spLocks xmlns:a="http://schemas.openxmlformats.org/drawingml/2006/main" noGrp="1"/>
          </p:cNvSpPr>
          <p:nvPr/>
        </p:nvSpPr>
        <p:spPr>
          <a:xfrm xmlns:a="http://schemas.openxmlformats.org/drawingml/2006/main">
            <a:off x="507987" y="731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Returns and payment records</a:t>
            </a:r>
            <a:endParaRPr sz="2800"/>
          </a:p>
        </p:txBody>
      </p:sp>
      <p:sp>
        <p:nvSpPr>
          <p:cNvPr id="4" name="Text 2">
            <a:extLst xmlns:a="http://schemas.openxmlformats.org/drawingml/2006/main">
              <a:ext uri="{FF2B5EF4-FFF2-40B4-BE49-F238E27FC236}">
                <a16:creationId xmlns:a16="http://schemas.microsoft.com/office/drawing/2014/main" id="{347FFB9C-41BC-45F9-B4AC-7AE89539407F}"/>
              </a:ext>
            </a:extLst>
          </p:cNvPr>
          <p:cNvSpPr>
            <a:spLocks xmlns:a="http://schemas.openxmlformats.org/drawingml/2006/main" noGrp="1"/>
          </p:cNvSpPr>
          <p:nvPr/>
        </p:nvSpPr>
        <p:spPr>
          <a:xfrm xmlns:a="http://schemas.openxmlformats.org/drawingml/2006/main">
            <a:off x="507987" y="1343946"/>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MediShop supports returns and records payment information, including split payments and credit workflows.</a:t>
            </a:r>
            <a:endParaRPr sz="1700"/>
          </a:p>
        </p:txBody>
      </p:sp>
      <p:sp>
        <p:nvSpPr>
          <p:cNvPr id="5" name="Shape 3">
            <a:extLst xmlns:a="http://schemas.openxmlformats.org/drawingml/2006/main">
              <a:ext uri="{FF2B5EF4-FFF2-40B4-BE49-F238E27FC236}">
                <a16:creationId xmlns:a16="http://schemas.microsoft.com/office/drawing/2014/main" id="{37CD9D02-08CE-4C3C-B296-45006AC70197}"/>
              </a:ext>
            </a:extLst>
          </p:cNvPr>
          <p:cNvSpPr>
            <a:spLocks xmlns:a="http://schemas.openxmlformats.org/drawingml/2006/main" noGrp="1"/>
          </p:cNvSpPr>
          <p:nvPr/>
        </p:nvSpPr>
        <p:spPr>
          <a:xfrm xmlns:a="http://schemas.openxmlformats.org/drawingml/2006/main">
            <a:off x="507987" y="2458045"/>
            <a:ext cx="2679633" cy="1378148"/>
          </a:xfrm>
          <a:prstGeom xmlns:a="http://schemas.openxmlformats.org/drawingml/2006/main" prst="rect">
            <a:avLst/>
          </a:prstGeom>
          <a:solidFill xmlns:a="http://schemas.openxmlformats.org/drawingml/2006/main">
            <a:srgbClr val="083C35"/>
          </a:solidFill>
        </p:spPr>
      </p:sp>
      <p:sp>
        <p:nvSpPr>
          <p:cNvPr id="6" name="Text 4">
            <a:extLst xmlns:a="http://schemas.openxmlformats.org/drawingml/2006/main">
              <a:ext uri="{FF2B5EF4-FFF2-40B4-BE49-F238E27FC236}">
                <a16:creationId xmlns:a16="http://schemas.microsoft.com/office/drawing/2014/main" id="{683CE56F-1311-4E23-B96A-D7EFDFFCD6E5}"/>
              </a:ext>
            </a:extLst>
          </p:cNvPr>
          <p:cNvSpPr>
            <a:spLocks xmlns:a="http://schemas.openxmlformats.org/drawingml/2006/main" noGrp="1"/>
          </p:cNvSpPr>
          <p:nvPr/>
        </p:nvSpPr>
        <p:spPr>
          <a:xfrm xmlns:a="http://schemas.openxmlformats.org/drawingml/2006/main">
            <a:off x="736582" y="2686645"/>
            <a:ext cx="739161"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FFFFFF"/>
                </a:solidFill>
                <a:latin typeface="IBM Plex Sans SemiBold"/>
                <a:ea typeface="IBM Plex Sans SemiBold"/>
                <a:cs typeface="IBM Plex Sans SemiBold"/>
              </a:rPr>
              <a:t>1</a:t>
            </a:r>
            <a:endParaRPr sz="1700"/>
          </a:p>
        </p:txBody>
      </p:sp>
      <p:sp>
        <p:nvSpPr>
          <p:cNvPr id="7" name="Text 5">
            <a:extLst xmlns:a="http://schemas.openxmlformats.org/drawingml/2006/main">
              <a:ext uri="{FF2B5EF4-FFF2-40B4-BE49-F238E27FC236}">
                <a16:creationId xmlns:a16="http://schemas.microsoft.com/office/drawing/2014/main" id="{54A18F1B-707A-48ED-BED0-1AFF10EB0575}"/>
              </a:ext>
            </a:extLst>
          </p:cNvPr>
          <p:cNvSpPr>
            <a:spLocks xmlns:a="http://schemas.openxmlformats.org/drawingml/2006/main" noGrp="1"/>
          </p:cNvSpPr>
          <p:nvPr/>
        </p:nvSpPr>
        <p:spPr>
          <a:xfrm xmlns:a="http://schemas.openxmlformats.org/drawingml/2006/main">
            <a:off x="736582" y="3014432"/>
            <a:ext cx="2222444"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Sale</a:t>
            </a:r>
            <a:endParaRPr sz="1800"/>
          </a:p>
        </p:txBody>
      </p:sp>
      <p:sp>
        <p:nvSpPr>
          <p:cNvPr id="8" name="Shape 6">
            <a:extLst xmlns:a="http://schemas.openxmlformats.org/drawingml/2006/main">
              <a:ext uri="{FF2B5EF4-FFF2-40B4-BE49-F238E27FC236}">
                <a16:creationId xmlns:a16="http://schemas.microsoft.com/office/drawing/2014/main" id="{02B083A5-1FB4-4C87-93D7-FD20E13E9C72}"/>
              </a:ext>
            </a:extLst>
          </p:cNvPr>
          <p:cNvSpPr>
            <a:spLocks xmlns:a="http://schemas.openxmlformats.org/drawingml/2006/main" noGrp="1"/>
          </p:cNvSpPr>
          <p:nvPr/>
        </p:nvSpPr>
        <p:spPr>
          <a:xfrm xmlns:a="http://schemas.openxmlformats.org/drawingml/2006/main">
            <a:off x="3340016" y="2458045"/>
            <a:ext cx="2679633" cy="1378148"/>
          </a:xfrm>
          <a:prstGeom xmlns:a="http://schemas.openxmlformats.org/drawingml/2006/main" prst="rect">
            <a:avLst/>
          </a:prstGeom>
          <a:solidFill xmlns:a="http://schemas.openxmlformats.org/drawingml/2006/main">
            <a:srgbClr val="083C35"/>
          </a:solidFill>
        </p:spPr>
      </p:sp>
      <p:sp>
        <p:nvSpPr>
          <p:cNvPr id="9" name="Text 7">
            <a:extLst xmlns:a="http://schemas.openxmlformats.org/drawingml/2006/main">
              <a:ext uri="{FF2B5EF4-FFF2-40B4-BE49-F238E27FC236}">
                <a16:creationId xmlns:a16="http://schemas.microsoft.com/office/drawing/2014/main" id="{E66B2661-23FA-45B0-958B-EE861CE766B3}"/>
              </a:ext>
            </a:extLst>
          </p:cNvPr>
          <p:cNvSpPr>
            <a:spLocks xmlns:a="http://schemas.openxmlformats.org/drawingml/2006/main" noGrp="1"/>
          </p:cNvSpPr>
          <p:nvPr/>
        </p:nvSpPr>
        <p:spPr>
          <a:xfrm xmlns:a="http://schemas.openxmlformats.org/drawingml/2006/main">
            <a:off x="3568611" y="2686645"/>
            <a:ext cx="739161"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FFFFFF"/>
                </a:solidFill>
                <a:latin typeface="IBM Plex Sans SemiBold"/>
                <a:ea typeface="IBM Plex Sans SemiBold"/>
                <a:cs typeface="IBM Plex Sans SemiBold"/>
              </a:rPr>
              <a:t>2</a:t>
            </a:r>
            <a:endParaRPr sz="1700"/>
          </a:p>
        </p:txBody>
      </p:sp>
      <p:sp>
        <p:nvSpPr>
          <p:cNvPr id="10" name="Text 8">
            <a:extLst xmlns:a="http://schemas.openxmlformats.org/drawingml/2006/main">
              <a:ext uri="{FF2B5EF4-FFF2-40B4-BE49-F238E27FC236}">
                <a16:creationId xmlns:a16="http://schemas.microsoft.com/office/drawing/2014/main" id="{678AE33F-C6AE-40D0-BF30-A924C99AAC73}"/>
              </a:ext>
            </a:extLst>
          </p:cNvPr>
          <p:cNvSpPr>
            <a:spLocks xmlns:a="http://schemas.openxmlformats.org/drawingml/2006/main" noGrp="1"/>
          </p:cNvSpPr>
          <p:nvPr/>
        </p:nvSpPr>
        <p:spPr>
          <a:xfrm xmlns:a="http://schemas.openxmlformats.org/drawingml/2006/main">
            <a:off x="3568611" y="3014432"/>
            <a:ext cx="2222444"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Payment record</a:t>
            </a:r>
            <a:endParaRPr sz="1800"/>
          </a:p>
        </p:txBody>
      </p:sp>
      <p:sp>
        <p:nvSpPr>
          <p:cNvPr id="11" name="Shape 9">
            <a:extLst xmlns:a="http://schemas.openxmlformats.org/drawingml/2006/main">
              <a:ext uri="{FF2B5EF4-FFF2-40B4-BE49-F238E27FC236}">
                <a16:creationId xmlns:a16="http://schemas.microsoft.com/office/drawing/2014/main" id="{05B7DA95-3F64-4355-A173-3A5EDA8C8715}"/>
              </a:ext>
            </a:extLst>
          </p:cNvPr>
          <p:cNvSpPr>
            <a:spLocks xmlns:a="http://schemas.openxmlformats.org/drawingml/2006/main" noGrp="1"/>
          </p:cNvSpPr>
          <p:nvPr/>
        </p:nvSpPr>
        <p:spPr>
          <a:xfrm xmlns:a="http://schemas.openxmlformats.org/drawingml/2006/main">
            <a:off x="6172046" y="2458045"/>
            <a:ext cx="2679633" cy="1378148"/>
          </a:xfrm>
          <a:prstGeom xmlns:a="http://schemas.openxmlformats.org/drawingml/2006/main" prst="rect">
            <a:avLst/>
          </a:prstGeom>
          <a:solidFill xmlns:a="http://schemas.openxmlformats.org/drawingml/2006/main">
            <a:srgbClr val="083C35"/>
          </a:solidFill>
        </p:spPr>
      </p:sp>
      <p:sp>
        <p:nvSpPr>
          <p:cNvPr id="12" name="Text 10">
            <a:extLst xmlns:a="http://schemas.openxmlformats.org/drawingml/2006/main">
              <a:ext uri="{FF2B5EF4-FFF2-40B4-BE49-F238E27FC236}">
                <a16:creationId xmlns:a16="http://schemas.microsoft.com/office/drawing/2014/main" id="{62E492CB-2D73-4FDF-AB79-38B5308E180F}"/>
              </a:ext>
            </a:extLst>
          </p:cNvPr>
          <p:cNvSpPr>
            <a:spLocks xmlns:a="http://schemas.openxmlformats.org/drawingml/2006/main" noGrp="1"/>
          </p:cNvSpPr>
          <p:nvPr/>
        </p:nvSpPr>
        <p:spPr>
          <a:xfrm xmlns:a="http://schemas.openxmlformats.org/drawingml/2006/main">
            <a:off x="6400640" y="2686645"/>
            <a:ext cx="739161"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FFFFFF"/>
                </a:solidFill>
                <a:latin typeface="IBM Plex Sans SemiBold"/>
                <a:ea typeface="IBM Plex Sans SemiBold"/>
                <a:cs typeface="IBM Plex Sans SemiBold"/>
              </a:rPr>
              <a:t>3</a:t>
            </a:r>
            <a:endParaRPr sz="1700"/>
          </a:p>
        </p:txBody>
      </p:sp>
      <p:sp>
        <p:nvSpPr>
          <p:cNvPr id="13" name="Text 11">
            <a:extLst xmlns:a="http://schemas.openxmlformats.org/drawingml/2006/main">
              <a:ext uri="{FF2B5EF4-FFF2-40B4-BE49-F238E27FC236}">
                <a16:creationId xmlns:a16="http://schemas.microsoft.com/office/drawing/2014/main" id="{09512476-F4DC-4C0F-980F-4C5122AF5291}"/>
              </a:ext>
            </a:extLst>
          </p:cNvPr>
          <p:cNvSpPr>
            <a:spLocks xmlns:a="http://schemas.openxmlformats.org/drawingml/2006/main" noGrp="1"/>
          </p:cNvSpPr>
          <p:nvPr/>
        </p:nvSpPr>
        <p:spPr>
          <a:xfrm xmlns:a="http://schemas.openxmlformats.org/drawingml/2006/main">
            <a:off x="6400640" y="3014432"/>
            <a:ext cx="2222444"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Return / adjustment</a:t>
            </a:r>
            <a:endParaRPr sz="1800"/>
          </a:p>
        </p:txBody>
      </p:sp>
      <p:sp>
        <p:nvSpPr>
          <p:cNvPr id="14" name="Shape 12">
            <a:extLst xmlns:a="http://schemas.openxmlformats.org/drawingml/2006/main">
              <a:ext uri="{FF2B5EF4-FFF2-40B4-BE49-F238E27FC236}">
                <a16:creationId xmlns:a16="http://schemas.microsoft.com/office/drawing/2014/main" id="{5C118C6A-3E0F-476B-9EF1-1768DA3DB0D1}"/>
              </a:ext>
            </a:extLst>
          </p:cNvPr>
          <p:cNvSpPr>
            <a:spLocks xmlns:a="http://schemas.openxmlformats.org/drawingml/2006/main" noGrp="1"/>
          </p:cNvSpPr>
          <p:nvPr/>
        </p:nvSpPr>
        <p:spPr>
          <a:xfrm xmlns:a="http://schemas.openxmlformats.org/drawingml/2006/main">
            <a:off x="9004075" y="2458045"/>
            <a:ext cx="2679633" cy="1378148"/>
          </a:xfrm>
          <a:prstGeom xmlns:a="http://schemas.openxmlformats.org/drawingml/2006/main" prst="rect">
            <a:avLst/>
          </a:prstGeom>
          <a:solidFill xmlns:a="http://schemas.openxmlformats.org/drawingml/2006/main">
            <a:srgbClr val="0A7C78"/>
          </a:solidFill>
        </p:spPr>
      </p:sp>
      <p:sp>
        <p:nvSpPr>
          <p:cNvPr id="15" name="Text 13">
            <a:extLst xmlns:a="http://schemas.openxmlformats.org/drawingml/2006/main">
              <a:ext uri="{FF2B5EF4-FFF2-40B4-BE49-F238E27FC236}">
                <a16:creationId xmlns:a16="http://schemas.microsoft.com/office/drawing/2014/main" id="{4A47C389-274A-41A5-8785-A6D5ED6E571C}"/>
              </a:ext>
            </a:extLst>
          </p:cNvPr>
          <p:cNvSpPr>
            <a:spLocks xmlns:a="http://schemas.openxmlformats.org/drawingml/2006/main" noGrp="1"/>
          </p:cNvSpPr>
          <p:nvPr/>
        </p:nvSpPr>
        <p:spPr>
          <a:xfrm xmlns:a="http://schemas.openxmlformats.org/drawingml/2006/main">
            <a:off x="9232669" y="2686645"/>
            <a:ext cx="739161" cy="2159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3000"/>
              </a:lnSpc>
              <a:buNone/>
            </a:pPr>
            <a:r>
              <a:rPr sz="1700">
                <a:solidFill>
                  <a:srgbClr val="FFFFFF"/>
                </a:solidFill>
                <a:latin typeface="IBM Plex Sans SemiBold"/>
                <a:ea typeface="IBM Plex Sans SemiBold"/>
                <a:cs typeface="IBM Plex Sans SemiBold"/>
              </a:rPr>
              <a:t>4</a:t>
            </a:r>
            <a:endParaRPr sz="1700"/>
          </a:p>
        </p:txBody>
      </p:sp>
      <p:sp>
        <p:nvSpPr>
          <p:cNvPr id="16" name="Text 14">
            <a:extLst xmlns:a="http://schemas.openxmlformats.org/drawingml/2006/main">
              <a:ext uri="{FF2B5EF4-FFF2-40B4-BE49-F238E27FC236}">
                <a16:creationId xmlns:a16="http://schemas.microsoft.com/office/drawing/2014/main" id="{602B8472-AEF5-4454-99B2-A10CEB199174}"/>
              </a:ext>
            </a:extLst>
          </p:cNvPr>
          <p:cNvSpPr>
            <a:spLocks xmlns:a="http://schemas.openxmlformats.org/drawingml/2006/main" noGrp="1"/>
          </p:cNvSpPr>
          <p:nvPr/>
        </p:nvSpPr>
        <p:spPr>
          <a:xfrm xmlns:a="http://schemas.openxmlformats.org/drawingml/2006/main">
            <a:off x="9232669" y="3014432"/>
            <a:ext cx="2222444" cy="6034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0000"/>
              </a:lnSpc>
              <a:buNone/>
            </a:pPr>
            <a:r>
              <a:rPr sz="1800">
                <a:solidFill>
                  <a:srgbClr val="FFFFFF"/>
                </a:solidFill>
                <a:latin typeface="IBM Plex Sans"/>
                <a:ea typeface="IBM Plex Sans"/>
                <a:cs typeface="IBM Plex Sans"/>
              </a:rPr>
              <a:t>Updated shop records</a:t>
            </a:r>
            <a:endParaRPr sz="1800"/>
          </a:p>
        </p:txBody>
      </p:sp>
      <p:sp>
        <p:nvSpPr>
          <p:cNvPr id="17" name="Shape 15">
            <a:extLst xmlns:a="http://schemas.openxmlformats.org/drawingml/2006/main">
              <a:ext uri="{FF2B5EF4-FFF2-40B4-BE49-F238E27FC236}">
                <a16:creationId xmlns:a16="http://schemas.microsoft.com/office/drawing/2014/main" id="{A2E9E574-8144-4FF2-822B-F7C2149A4802}"/>
              </a:ext>
            </a:extLst>
          </p:cNvPr>
          <p:cNvSpPr>
            <a:spLocks xmlns:a="http://schemas.openxmlformats.org/drawingml/2006/main" noGrp="1"/>
          </p:cNvSpPr>
          <p:nvPr/>
        </p:nvSpPr>
        <p:spPr>
          <a:xfrm xmlns:a="http://schemas.openxmlformats.org/drawingml/2006/main">
            <a:off x="507987" y="4658916"/>
            <a:ext cx="5435464" cy="1291729"/>
          </a:xfrm>
          <a:prstGeom xmlns:a="http://schemas.openxmlformats.org/drawingml/2006/main" prst="roundRect">
            <a:avLst>
              <a:gd name="adj" fmla="val 7020"/>
            </a:avLst>
          </a:prstGeom>
          <a:solidFill xmlns:a="http://schemas.openxmlformats.org/drawingml/2006/main">
            <a:srgbClr val="FFFFFF"/>
          </a:solidFill>
          <a:ln xmlns:a="http://schemas.openxmlformats.org/drawingml/2006/main" w="25399">
            <a:solidFill>
              <a:srgbClr val="CBCFC0"/>
            </a:solidFill>
            <a:prstDash val="solid"/>
          </a:ln>
        </p:spPr>
      </p:sp>
      <p:sp>
        <p:nvSpPr>
          <p:cNvPr id="18" name="Text 16">
            <a:extLst xmlns:a="http://schemas.openxmlformats.org/drawingml/2006/main">
              <a:ext uri="{FF2B5EF4-FFF2-40B4-BE49-F238E27FC236}">
                <a16:creationId xmlns:a16="http://schemas.microsoft.com/office/drawing/2014/main" id="{FF66153B-2118-40D2-B22D-124E9F3EB2CD}"/>
              </a:ext>
            </a:extLst>
          </p:cNvPr>
          <p:cNvSpPr>
            <a:spLocks xmlns:a="http://schemas.openxmlformats.org/drawingml/2006/main" noGrp="1"/>
          </p:cNvSpPr>
          <p:nvPr/>
        </p:nvSpPr>
        <p:spPr>
          <a:xfrm xmlns:a="http://schemas.openxmlformats.org/drawingml/2006/main">
            <a:off x="761981" y="4923203"/>
            <a:ext cx="492747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Split payments</a:t>
            </a:r>
            <a:endParaRPr sz="1800"/>
          </a:p>
        </p:txBody>
      </p:sp>
      <p:sp>
        <p:nvSpPr>
          <p:cNvPr id="19" name="Text 17">
            <a:extLst xmlns:a="http://schemas.openxmlformats.org/drawingml/2006/main">
              <a:ext uri="{FF2B5EF4-FFF2-40B4-BE49-F238E27FC236}">
                <a16:creationId xmlns:a16="http://schemas.microsoft.com/office/drawing/2014/main" id="{BAA702AC-E632-4E4D-8922-ADF260457CB0}"/>
              </a:ext>
            </a:extLst>
          </p:cNvPr>
          <p:cNvSpPr>
            <a:spLocks xmlns:a="http://schemas.openxmlformats.org/drawingml/2006/main" noGrp="1"/>
          </p:cNvSpPr>
          <p:nvPr/>
        </p:nvSpPr>
        <p:spPr>
          <a:xfrm xmlns:a="http://schemas.openxmlformats.org/drawingml/2006/main">
            <a:off x="761981" y="5405267"/>
            <a:ext cx="5181470"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Record part cash and part UPI on a single bill.</a:t>
            </a:r>
            <a:endParaRPr sz="1700"/>
          </a:p>
        </p:txBody>
      </p:sp>
      <p:sp>
        <p:nvSpPr>
          <p:cNvPr id="20" name="Shape 18">
            <a:extLst xmlns:a="http://schemas.openxmlformats.org/drawingml/2006/main">
              <a:ext uri="{FF2B5EF4-FFF2-40B4-BE49-F238E27FC236}">
                <a16:creationId xmlns:a16="http://schemas.microsoft.com/office/drawing/2014/main" id="{91427235-B114-421D-8DDC-1CB0FCE2B74D}"/>
              </a:ext>
            </a:extLst>
          </p:cNvPr>
          <p:cNvSpPr>
            <a:spLocks xmlns:a="http://schemas.openxmlformats.org/drawingml/2006/main" noGrp="1"/>
          </p:cNvSpPr>
          <p:nvPr/>
        </p:nvSpPr>
        <p:spPr>
          <a:xfrm xmlns:a="http://schemas.openxmlformats.org/drawingml/2006/main">
            <a:off x="6248244" y="4658916"/>
            <a:ext cx="5435464" cy="1291729"/>
          </a:xfrm>
          <a:prstGeom xmlns:a="http://schemas.openxmlformats.org/drawingml/2006/main" prst="roundRect">
            <a:avLst>
              <a:gd name="adj" fmla="val 7020"/>
            </a:avLst>
          </a:prstGeom>
          <a:solidFill xmlns:a="http://schemas.openxmlformats.org/drawingml/2006/main">
            <a:srgbClr val="FFFFFF"/>
          </a:solidFill>
          <a:ln xmlns:a="http://schemas.openxmlformats.org/drawingml/2006/main" w="25399">
            <a:solidFill>
              <a:srgbClr val="CBCFC0"/>
            </a:solidFill>
            <a:prstDash val="solid"/>
          </a:ln>
        </p:spPr>
      </p:sp>
      <p:sp>
        <p:nvSpPr>
          <p:cNvPr id="21" name="Text 19">
            <a:extLst xmlns:a="http://schemas.openxmlformats.org/drawingml/2006/main">
              <a:ext uri="{FF2B5EF4-FFF2-40B4-BE49-F238E27FC236}">
                <a16:creationId xmlns:a16="http://schemas.microsoft.com/office/drawing/2014/main" id="{64FC382F-AB1B-462D-9B0E-606EF7B12BB7}"/>
              </a:ext>
            </a:extLst>
          </p:cNvPr>
          <p:cNvSpPr>
            <a:spLocks xmlns:a="http://schemas.openxmlformats.org/drawingml/2006/main" noGrp="1"/>
          </p:cNvSpPr>
          <p:nvPr/>
        </p:nvSpPr>
        <p:spPr>
          <a:xfrm xmlns:a="http://schemas.openxmlformats.org/drawingml/2006/main">
            <a:off x="6502237" y="4923203"/>
            <a:ext cx="4927477"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Credit workflows</a:t>
            </a:r>
            <a:endParaRPr sz="1800"/>
          </a:p>
        </p:txBody>
      </p:sp>
      <p:sp>
        <p:nvSpPr>
          <p:cNvPr id="22" name="Text 20">
            <a:extLst xmlns:a="http://schemas.openxmlformats.org/drawingml/2006/main">
              <a:ext uri="{FF2B5EF4-FFF2-40B4-BE49-F238E27FC236}">
                <a16:creationId xmlns:a16="http://schemas.microsoft.com/office/drawing/2014/main" id="{B4BB5CF7-DE9D-4730-9C67-07292214049A}"/>
              </a:ext>
            </a:extLst>
          </p:cNvPr>
          <p:cNvSpPr>
            <a:spLocks xmlns:a="http://schemas.openxmlformats.org/drawingml/2006/main" noGrp="1"/>
          </p:cNvSpPr>
          <p:nvPr/>
        </p:nvSpPr>
        <p:spPr>
          <a:xfrm xmlns:a="http://schemas.openxmlformats.org/drawingml/2006/main">
            <a:off x="6502237" y="5405267"/>
            <a:ext cx="5181470"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Record customer credit and payment information.</a:t>
            </a:r>
            <a:endParaRPr sz="1700"/>
          </a:p>
        </p:txBody>
      </p:sp>
      <p:sp>
        <p:nvSpPr>
          <p:cNvPr id="23" name="Text 21">
            <a:extLst xmlns:a="http://schemas.openxmlformats.org/drawingml/2006/main">
              <a:ext uri="{FF2B5EF4-FFF2-40B4-BE49-F238E27FC236}">
                <a16:creationId xmlns:a16="http://schemas.microsoft.com/office/drawing/2014/main" id="{84863143-F472-4EFD-ACA1-93CC0AAE9D1D}"/>
              </a:ext>
            </a:extLst>
          </p:cNvPr>
          <p:cNvSpPr>
            <a:spLocks xmlns:a="http://schemas.openxmlformats.org/drawingml/2006/main" noGrp="1"/>
          </p:cNvSpPr>
          <p:nvPr/>
        </p:nvSpPr>
        <p:spPr>
          <a:xfrm xmlns:a="http://schemas.openxmlformats.org/drawingml/2006/main">
            <a:off x="507987" y="6185722"/>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See the actual return flow in a guided demo.</a:t>
            </a:r>
            <a:endParaRPr sz="1700"/>
          </a:p>
        </p:txBody>
      </p:sp>
    </p:spTree>
    <p:extLst>
      <p:ext uri="{BB962C8B-B14F-4D97-AF65-F5344CB8AC3E}">
        <p14:creationId xmlns:p14="http://schemas.microsoft.com/office/powerpoint/2010/main" val="51840423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72BE690-B378-4DFC-AEDF-0ACEFF67C91E}"/>
              </a:ext>
            </a:extLst>
          </p:cNvPr>
          <p:cNvSpPr>
            <a:spLocks xmlns:a="http://schemas.openxmlformats.org/drawingml/2006/main" noGrp="1"/>
          </p:cNvSpPr>
          <p:nvPr/>
        </p:nvSpPr>
        <p:spPr>
          <a:xfrm xmlns:a="http://schemas.openxmlformats.org/drawingml/2006/main">
            <a:off x="507987" y="313880"/>
            <a:ext cx="4368691"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RECORDED ACTIVITY &amp; AUDIT</a:t>
            </a:r>
            <a:endParaRPr sz="1100"/>
          </a:p>
        </p:txBody>
      </p:sp>
      <p:sp>
        <p:nvSpPr>
          <p:cNvPr id="3" name="Text 1">
            <a:extLst xmlns:a="http://schemas.openxmlformats.org/drawingml/2006/main">
              <a:ext uri="{FF2B5EF4-FFF2-40B4-BE49-F238E27FC236}">
                <a16:creationId xmlns:a16="http://schemas.microsoft.com/office/drawing/2014/main" id="{06D7A57A-7152-475B-9941-43F701304C2F}"/>
              </a:ext>
            </a:extLst>
          </p:cNvPr>
          <p:cNvSpPr>
            <a:spLocks xmlns:a="http://schemas.openxmlformats.org/drawingml/2006/main" noGrp="1"/>
          </p:cNvSpPr>
          <p:nvPr/>
        </p:nvSpPr>
        <p:spPr>
          <a:xfrm xmlns:a="http://schemas.openxmlformats.org/drawingml/2006/main">
            <a:off x="507987" y="604365"/>
            <a:ext cx="3987700" cy="113079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Keep an eye on stock, expiry and shop activity</a:t>
            </a:r>
            <a:endParaRPr sz="2800"/>
          </a:p>
        </p:txBody>
      </p:sp>
      <p:sp>
        <p:nvSpPr>
          <p:cNvPr id="4" name="Text 2">
            <a:extLst xmlns:a="http://schemas.openxmlformats.org/drawingml/2006/main">
              <a:ext uri="{FF2B5EF4-FFF2-40B4-BE49-F238E27FC236}">
                <a16:creationId xmlns:a16="http://schemas.microsoft.com/office/drawing/2014/main" id="{40153DD4-014A-4F79-B540-AF472EA347A9}"/>
              </a:ext>
            </a:extLst>
          </p:cNvPr>
          <p:cNvSpPr>
            <a:spLocks xmlns:a="http://schemas.openxmlformats.org/drawingml/2006/main" noGrp="1"/>
          </p:cNvSpPr>
          <p:nvPr/>
        </p:nvSpPr>
        <p:spPr>
          <a:xfrm xmlns:a="http://schemas.openxmlformats.org/drawingml/2006/main">
            <a:off x="507987" y="1970810"/>
            <a:ext cx="3987700" cy="8935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MediShop reports your recorded transactions to help you make decisions about your counter.</a:t>
            </a:r>
            <a:endParaRPr sz="1700"/>
          </a:p>
        </p:txBody>
      </p:sp>
      <p:sp>
        <p:nvSpPr>
          <p:cNvPr id="5" name="Shape 3">
            <a:extLst xmlns:a="http://schemas.openxmlformats.org/drawingml/2006/main">
              <a:ext uri="{FF2B5EF4-FFF2-40B4-BE49-F238E27FC236}">
                <a16:creationId xmlns:a16="http://schemas.microsoft.com/office/drawing/2014/main" id="{00EE44F6-82A6-4E72-B14F-1F0F4CC9A15F}"/>
              </a:ext>
            </a:extLst>
          </p:cNvPr>
          <p:cNvSpPr>
            <a:spLocks xmlns:a="http://schemas.openxmlformats.org/drawingml/2006/main" noGrp="1"/>
          </p:cNvSpPr>
          <p:nvPr/>
        </p:nvSpPr>
        <p:spPr>
          <a:xfrm xmlns:a="http://schemas.openxmlformats.org/drawingml/2006/main">
            <a:off x="507987" y="3086497"/>
            <a:ext cx="3987700" cy="1255812"/>
          </a:xfrm>
          <a:prstGeom xmlns:a="http://schemas.openxmlformats.org/drawingml/2006/main" prst="roundRect">
            <a:avLst>
              <a:gd name="adj" fmla="val 16989"/>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6" name="Text 4">
            <a:extLst xmlns:a="http://schemas.openxmlformats.org/drawingml/2006/main">
              <a:ext uri="{FF2B5EF4-FFF2-40B4-BE49-F238E27FC236}">
                <a16:creationId xmlns:a16="http://schemas.microsoft.com/office/drawing/2014/main" id="{3E1082BA-E618-47EA-9842-70523792E06F}"/>
              </a:ext>
            </a:extLst>
          </p:cNvPr>
          <p:cNvSpPr>
            <a:spLocks xmlns:a="http://schemas.openxmlformats.org/drawingml/2006/main" noGrp="1"/>
          </p:cNvSpPr>
          <p:nvPr/>
        </p:nvSpPr>
        <p:spPr>
          <a:xfrm xmlns:a="http://schemas.openxmlformats.org/drawingml/2006/main">
            <a:off x="698483" y="3236484"/>
            <a:ext cx="360671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Stock &amp; expiry reviews</a:t>
            </a:r>
            <a:endParaRPr sz="1800"/>
          </a:p>
        </p:txBody>
      </p:sp>
      <p:sp>
        <p:nvSpPr>
          <p:cNvPr id="7" name="Text 5">
            <a:extLst xmlns:a="http://schemas.openxmlformats.org/drawingml/2006/main">
              <a:ext uri="{FF2B5EF4-FFF2-40B4-BE49-F238E27FC236}">
                <a16:creationId xmlns:a16="http://schemas.microsoft.com/office/drawing/2014/main" id="{74B844AB-3ADE-4526-818C-F51843B97773}"/>
              </a:ext>
            </a:extLst>
          </p:cNvPr>
          <p:cNvSpPr>
            <a:spLocks xmlns:a="http://schemas.openxmlformats.org/drawingml/2006/main" noGrp="1"/>
          </p:cNvSpPr>
          <p:nvPr/>
        </p:nvSpPr>
        <p:spPr>
          <a:xfrm xmlns:a="http://schemas.openxmlformats.org/drawingml/2006/main">
            <a:off x="698483" y="3717405"/>
            <a:ext cx="3606710"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Review medicines reaching expiry in 30, 60, or 90 days to arrange supplier return credits.</a:t>
            </a:r>
            <a:endParaRPr sz="1400"/>
          </a:p>
        </p:txBody>
      </p:sp>
      <p:sp>
        <p:nvSpPr>
          <p:cNvPr id="8" name="Shape 6">
            <a:extLst xmlns:a="http://schemas.openxmlformats.org/drawingml/2006/main">
              <a:ext uri="{FF2B5EF4-FFF2-40B4-BE49-F238E27FC236}">
                <a16:creationId xmlns:a16="http://schemas.microsoft.com/office/drawing/2014/main" id="{EBAD201D-3457-4475-83CF-FF475CD1FFB3}"/>
              </a:ext>
            </a:extLst>
          </p:cNvPr>
          <p:cNvSpPr>
            <a:spLocks xmlns:a="http://schemas.openxmlformats.org/drawingml/2006/main" noGrp="1"/>
          </p:cNvSpPr>
          <p:nvPr/>
        </p:nvSpPr>
        <p:spPr>
          <a:xfrm xmlns:a="http://schemas.openxmlformats.org/drawingml/2006/main">
            <a:off x="507987" y="4494709"/>
            <a:ext cx="3987700" cy="1255812"/>
          </a:xfrm>
          <a:prstGeom xmlns:a="http://schemas.openxmlformats.org/drawingml/2006/main" prst="roundRect">
            <a:avLst>
              <a:gd name="adj" fmla="val 16989"/>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9" name="Text 7">
            <a:extLst xmlns:a="http://schemas.openxmlformats.org/drawingml/2006/main">
              <a:ext uri="{FF2B5EF4-FFF2-40B4-BE49-F238E27FC236}">
                <a16:creationId xmlns:a16="http://schemas.microsoft.com/office/drawing/2014/main" id="{97B4D2E5-D3A9-4599-BB28-D0DADE7F3F86}"/>
              </a:ext>
            </a:extLst>
          </p:cNvPr>
          <p:cNvSpPr>
            <a:spLocks xmlns:a="http://schemas.openxmlformats.org/drawingml/2006/main" noGrp="1"/>
          </p:cNvSpPr>
          <p:nvPr/>
        </p:nvSpPr>
        <p:spPr>
          <a:xfrm xmlns:a="http://schemas.openxmlformats.org/drawingml/2006/main">
            <a:off x="698483" y="4644696"/>
            <a:ext cx="360671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Sales &amp; export ledgers</a:t>
            </a:r>
            <a:endParaRPr sz="1800"/>
          </a:p>
        </p:txBody>
      </p:sp>
      <p:sp>
        <p:nvSpPr>
          <p:cNvPr id="10" name="Text 8">
            <a:extLst xmlns:a="http://schemas.openxmlformats.org/drawingml/2006/main">
              <a:ext uri="{FF2B5EF4-FFF2-40B4-BE49-F238E27FC236}">
                <a16:creationId xmlns:a16="http://schemas.microsoft.com/office/drawing/2014/main" id="{48671C4F-11BA-4B9A-8978-677807462829}"/>
              </a:ext>
            </a:extLst>
          </p:cNvPr>
          <p:cNvSpPr>
            <a:spLocks xmlns:a="http://schemas.openxmlformats.org/drawingml/2006/main" noGrp="1"/>
          </p:cNvSpPr>
          <p:nvPr/>
        </p:nvSpPr>
        <p:spPr>
          <a:xfrm xmlns:a="http://schemas.openxmlformats.org/drawingml/2006/main">
            <a:off x="698483" y="5125617"/>
            <a:ext cx="3606710" cy="4905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400">
                <a:solidFill>
                  <a:srgbClr val="10201D"/>
                </a:solidFill>
                <a:latin typeface="IBM Plex Sans"/>
                <a:ea typeface="IBM Plex Sans"/>
                <a:cs typeface="IBM Plex Sans"/>
              </a:rPr>
              <a:t>Export day-end registers to PDF or CSV for your records or accountant review.</a:t>
            </a:r>
            <a:endParaRPr sz="1400"/>
          </a:p>
        </p:txBody>
      </p:sp>
      <p:sp>
        <p:nvSpPr>
          <p:cNvPr id="11" name="Text 9">
            <a:extLst xmlns:a="http://schemas.openxmlformats.org/drawingml/2006/main">
              <a:ext uri="{FF2B5EF4-FFF2-40B4-BE49-F238E27FC236}">
                <a16:creationId xmlns:a16="http://schemas.microsoft.com/office/drawing/2014/main" id="{BF1DC9D9-E438-4EAC-9DDE-E6EC62B257B5}"/>
              </a:ext>
            </a:extLst>
          </p:cNvPr>
          <p:cNvSpPr>
            <a:spLocks xmlns:a="http://schemas.openxmlformats.org/drawingml/2006/main" noGrp="1"/>
          </p:cNvSpPr>
          <p:nvPr/>
        </p:nvSpPr>
        <p:spPr>
          <a:xfrm xmlns:a="http://schemas.openxmlformats.org/drawingml/2006/main">
            <a:off x="507987" y="6114590"/>
            <a:ext cx="3987700" cy="444897"/>
          </a:xfrm>
          <a:prstGeom xmlns:a="http://schemas.openxmlformats.org/drawingml/2006/main" prst="rect">
            <a:avLst/>
          </a:prstGeom>
          <a:noFill xmlns:a="http://schemas.openxmlformats.org/drawingml/2006/main"/>
        </p:spPr>
        <p:txBody>
          <a:bodyPr xmlns:a="http://schemas.openxmlformats.org/drawingml/2006/main" wrap="square" lIns="0" tIns="63498" rIns="0" bIns="0" anchor="t">
            <a:normAutofit/>
          </a:bodyPr>
          <a:lstStyle xmlns:a="http://schemas.openxmlformats.org/drawingml/2006/main"/>
          <a:p xmlns:a="http://schemas.openxmlformats.org/drawingml/2006/main">
            <a:pPr marL="0" indent="0" algn="l">
              <a:lnSpc>
                <a:spcPct val="110000"/>
              </a:lnSpc>
              <a:buNone/>
            </a:pPr>
            <a:r>
              <a:rPr sz="1100">
                <a:solidFill>
                  <a:srgbClr val="5F6D68"/>
                </a:solidFill>
                <a:latin typeface="IBM Plex Sans"/>
                <a:ea typeface="IBM Plex Sans"/>
                <a:cs typeface="IBM Plex Sans"/>
              </a:rPr>
              <a:t>Reports reflect recorded entries. System does not make automated profit guarantees or speculative forecasts.</a:t>
            </a:r>
            <a:endParaRPr sz="1100"/>
          </a:p>
        </p:txBody>
      </p:sp>
      <p:pic>
        <p:nvPicPr>
          <p:cNvPr id="12" name="Image 0">
            <a:extLst xmlns:a="http://schemas.openxmlformats.org/drawingml/2006/main">
              <a:ext uri="{FF2B5EF4-FFF2-40B4-BE49-F238E27FC236}">
                <a16:creationId xmlns:a16="http://schemas.microsoft.com/office/drawing/2014/main" id="{B91BCA2C-054B-4FE1-AA8F-7C18E910C87A}"/>
              </a:ext>
            </a:extLst>
          </p:cNvPr>
          <p:cNvPicPr>
            <a:picLocks xmlns:a="http://schemas.openxmlformats.org/drawingml/2006/main" noChangeAspect="1"/>
          </p:cNvPicPr>
          <p:nvPr/>
        </p:nvPicPr>
        <p:blipFill>
          <a:blip xmlns:r="http://schemas.openxmlformats.org/officeDocument/2006/relationships" xmlns:a="http://schemas.openxmlformats.org/drawingml/2006/main" r:embed="R22007e59c41d4da0"/>
          <a:stretch xmlns:a="http://schemas.openxmlformats.org/drawingml/2006/main">
            <a:fillRect l="0" t="0" r="0" b="0"/>
          </a:stretch>
        </p:blipFill>
        <p:spPr>
          <a:xfrm xmlns:a="http://schemas.openxmlformats.org/drawingml/2006/main">
            <a:off x="5003675" y="45244"/>
            <a:ext cx="6730832" cy="6767612"/>
          </a:xfrm>
          <a:prstGeom xmlns:a="http://schemas.openxmlformats.org/drawingml/2006/main" prst="rect">
            <a:avLst/>
          </a:prstGeom>
        </p:spPr>
      </p:pic>
    </p:spTree>
    <p:extLst>
      <p:ext uri="{BB962C8B-B14F-4D97-AF65-F5344CB8AC3E}">
        <p14:creationId xmlns:p14="http://schemas.microsoft.com/office/powerpoint/2010/main" val="784052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1D13C4A-271D-44D4-BC16-B657B118FD5F}"/>
              </a:ext>
            </a:extLst>
          </p:cNvPr>
          <p:cNvSpPr>
            <a:spLocks xmlns:a="http://schemas.openxmlformats.org/drawingml/2006/main" noGrp="1"/>
          </p:cNvSpPr>
          <p:nvPr/>
        </p:nvSpPr>
        <p:spPr>
          <a:xfrm xmlns:a="http://schemas.openxmlformats.org/drawingml/2006/main">
            <a:off x="507987" y="440880"/>
            <a:ext cx="11683708"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0A7C78"/>
                </a:solidFill>
                <a:latin typeface="IBM Plex Sans SemiBold"/>
                <a:ea typeface="IBM Plex Sans SemiBold"/>
                <a:cs typeface="IBM Plex Sans SemiBold"/>
              </a:rPr>
              <a:t>PATIENT &amp; PRESCRIBER RELATIONS</a:t>
            </a:r>
            <a:endParaRPr sz="1100"/>
          </a:p>
        </p:txBody>
      </p:sp>
      <p:sp>
        <p:nvSpPr>
          <p:cNvPr id="3" name="Text 1">
            <a:extLst xmlns:a="http://schemas.openxmlformats.org/drawingml/2006/main">
              <a:ext uri="{FF2B5EF4-FFF2-40B4-BE49-F238E27FC236}">
                <a16:creationId xmlns:a16="http://schemas.microsoft.com/office/drawing/2014/main" id="{03863110-2D41-431B-9B08-8D6891CF256A}"/>
              </a:ext>
            </a:extLst>
          </p:cNvPr>
          <p:cNvSpPr>
            <a:spLocks xmlns:a="http://schemas.openxmlformats.org/drawingml/2006/main" noGrp="1"/>
          </p:cNvSpPr>
          <p:nvPr/>
        </p:nvSpPr>
        <p:spPr>
          <a:xfrm xmlns:a="http://schemas.openxmlformats.org/drawingml/2006/main">
            <a:off x="507987" y="731365"/>
            <a:ext cx="11175720" cy="37693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88000"/>
              </a:lnSpc>
              <a:buNone/>
            </a:pPr>
            <a:r>
              <a:rPr sz="2800" b="1" spc="-56">
                <a:solidFill>
                  <a:srgbClr val="10201D"/>
                </a:solidFill>
                <a:latin typeface="Sora Bold"/>
                <a:ea typeface="Sora Bold"/>
                <a:cs typeface="Sora Bold"/>
              </a:rPr>
              <a:t>Customer, doctor and follow-up tools</a:t>
            </a:r>
            <a:endParaRPr sz="2800"/>
          </a:p>
        </p:txBody>
      </p:sp>
      <p:sp>
        <p:nvSpPr>
          <p:cNvPr id="4" name="Text 2">
            <a:extLst xmlns:a="http://schemas.openxmlformats.org/drawingml/2006/main">
              <a:ext uri="{FF2B5EF4-FFF2-40B4-BE49-F238E27FC236}">
                <a16:creationId xmlns:a16="http://schemas.microsoft.com/office/drawing/2014/main" id="{6D9DEB5C-D041-45AF-86B4-F8C466ED5581}"/>
              </a:ext>
            </a:extLst>
          </p:cNvPr>
          <p:cNvSpPr>
            <a:spLocks xmlns:a="http://schemas.openxmlformats.org/drawingml/2006/main" noGrp="1"/>
          </p:cNvSpPr>
          <p:nvPr/>
        </p:nvSpPr>
        <p:spPr>
          <a:xfrm xmlns:a="http://schemas.openxmlformats.org/drawingml/2006/main">
            <a:off x="507987" y="1343946"/>
            <a:ext cx="11683708" cy="2978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5000"/>
              </a:lnSpc>
              <a:buNone/>
            </a:pPr>
            <a:r>
              <a:rPr sz="1700">
                <a:solidFill>
                  <a:srgbClr val="10201D"/>
                </a:solidFill>
                <a:latin typeface="IBM Plex Sans"/>
                <a:ea typeface="IBM Plex Sans"/>
                <a:cs typeface="IBM Plex Sans"/>
              </a:rPr>
              <a:t>Keep customer and doctor records connected to practical, staff-managed follow-up tools.</a:t>
            </a:r>
            <a:endParaRPr sz="1700"/>
          </a:p>
        </p:txBody>
      </p:sp>
      <p:sp>
        <p:nvSpPr>
          <p:cNvPr id="5" name="Shape 3">
            <a:extLst xmlns:a="http://schemas.openxmlformats.org/drawingml/2006/main">
              <a:ext uri="{FF2B5EF4-FFF2-40B4-BE49-F238E27FC236}">
                <a16:creationId xmlns:a16="http://schemas.microsoft.com/office/drawing/2014/main" id="{9E0F7541-2BE4-4593-A1C0-1D84B2DE0B55}"/>
              </a:ext>
            </a:extLst>
          </p:cNvPr>
          <p:cNvSpPr>
            <a:spLocks xmlns:a="http://schemas.openxmlformats.org/drawingml/2006/main" noGrp="1"/>
          </p:cNvSpPr>
          <p:nvPr/>
        </p:nvSpPr>
        <p:spPr>
          <a:xfrm xmlns:a="http://schemas.openxmlformats.org/drawingml/2006/main">
            <a:off x="507987" y="1813123"/>
            <a:ext cx="3521979" cy="3601343"/>
          </a:xfrm>
          <a:prstGeom xmlns:a="http://schemas.openxmlformats.org/drawingml/2006/main" prst="roundRect">
            <a:avLst>
              <a:gd name="adj" fmla="val 6058"/>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pic>
        <p:nvPicPr>
          <p:cNvPr id="6" name="Image 0">
            <a:extLst xmlns:a="http://schemas.openxmlformats.org/drawingml/2006/main">
              <a:ext uri="{FF2B5EF4-FFF2-40B4-BE49-F238E27FC236}">
                <a16:creationId xmlns:a16="http://schemas.microsoft.com/office/drawing/2014/main" id="{A7241214-8D83-49DF-B078-264709732643}"/>
              </a:ext>
            </a:extLst>
          </p:cNvPr>
          <p:cNvPicPr>
            <a:picLocks xmlns:a="http://schemas.openxmlformats.org/drawingml/2006/main" noChangeAspect="1"/>
          </p:cNvPicPr>
          <p:nvPr/>
        </p:nvPicPr>
        <p:blipFill>
          <a:blip xmlns:r="http://schemas.openxmlformats.org/officeDocument/2006/relationships" xmlns:a="http://schemas.openxmlformats.org/drawingml/2006/main" r:embed="R94bcca9fdc7c42bd"/>
          <a:stretch xmlns:a="http://schemas.openxmlformats.org/drawingml/2006/main">
            <a:fillRect l="0" t="0" r="0" b="0"/>
          </a:stretch>
        </p:blipFill>
        <p:spPr>
          <a:xfrm xmlns:a="http://schemas.openxmlformats.org/drawingml/2006/main">
            <a:off x="749281" y="2029023"/>
            <a:ext cx="431789" cy="43180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BA576C38-9479-4E71-A49A-9E1EBB207A77}"/>
              </a:ext>
            </a:extLst>
          </p:cNvPr>
          <p:cNvSpPr>
            <a:spLocks xmlns:a="http://schemas.openxmlformats.org/drawingml/2006/main" noGrp="1"/>
          </p:cNvSpPr>
          <p:nvPr/>
        </p:nvSpPr>
        <p:spPr>
          <a:xfrm xmlns:a="http://schemas.openxmlformats.org/drawingml/2006/main">
            <a:off x="749281" y="2620335"/>
            <a:ext cx="3039391"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Customer records</a:t>
            </a:r>
            <a:endParaRPr sz="1800"/>
          </a:p>
        </p:txBody>
      </p:sp>
      <p:sp>
        <p:nvSpPr>
          <p:cNvPr id="8" name="Text 5">
            <a:extLst xmlns:a="http://schemas.openxmlformats.org/drawingml/2006/main">
              <a:ext uri="{FF2B5EF4-FFF2-40B4-BE49-F238E27FC236}">
                <a16:creationId xmlns:a16="http://schemas.microsoft.com/office/drawing/2014/main" id="{DE7F760C-2470-4762-BCEA-F1873853538A}"/>
              </a:ext>
            </a:extLst>
          </p:cNvPr>
          <p:cNvSpPr>
            <a:spLocks xmlns:a="http://schemas.openxmlformats.org/drawingml/2006/main" noGrp="1"/>
          </p:cNvSpPr>
          <p:nvPr/>
        </p:nvSpPr>
        <p:spPr>
          <a:xfrm xmlns:a="http://schemas.openxmlformats.org/drawingml/2006/main">
            <a:off x="749281" y="3103543"/>
            <a:ext cx="3039391" cy="210264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2000">
                <a:solidFill>
                  <a:srgbClr val="10201D"/>
                </a:solidFill>
                <a:latin typeface="IBM Plex Sans"/>
                <a:ea typeface="IBM Plex Sans"/>
                <a:cs typeface="IBM Plex Sans"/>
              </a:rPr>
              <a:t>Keep customer records and prepare announcements, with consent checks for applicable communications.</a:t>
            </a:r>
            <a:endParaRPr sz="2000"/>
          </a:p>
        </p:txBody>
      </p:sp>
      <p:sp>
        <p:nvSpPr>
          <p:cNvPr id="9" name="Shape 6">
            <a:extLst xmlns:a="http://schemas.openxmlformats.org/drawingml/2006/main">
              <a:ext uri="{FF2B5EF4-FFF2-40B4-BE49-F238E27FC236}">
                <a16:creationId xmlns:a16="http://schemas.microsoft.com/office/drawing/2014/main" id="{4FF5D485-50E2-4DF0-830A-CCABBC3CF048}"/>
              </a:ext>
            </a:extLst>
          </p:cNvPr>
          <p:cNvSpPr>
            <a:spLocks xmlns:a="http://schemas.openxmlformats.org/drawingml/2006/main" noGrp="1"/>
          </p:cNvSpPr>
          <p:nvPr/>
        </p:nvSpPr>
        <p:spPr>
          <a:xfrm xmlns:a="http://schemas.openxmlformats.org/drawingml/2006/main">
            <a:off x="4334759" y="1813123"/>
            <a:ext cx="3522078" cy="3601343"/>
          </a:xfrm>
          <a:prstGeom xmlns:a="http://schemas.openxmlformats.org/drawingml/2006/main" prst="roundRect">
            <a:avLst>
              <a:gd name="adj" fmla="val 6058"/>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pic>
        <p:nvPicPr>
          <p:cNvPr id="10" name="Image 1">
            <a:extLst xmlns:a="http://schemas.openxmlformats.org/drawingml/2006/main">
              <a:ext uri="{FF2B5EF4-FFF2-40B4-BE49-F238E27FC236}">
                <a16:creationId xmlns:a16="http://schemas.microsoft.com/office/drawing/2014/main" id="{DBB611B7-D9CC-41B8-B64A-B68841AACFB8}"/>
              </a:ext>
            </a:extLst>
          </p:cNvPr>
          <p:cNvPicPr>
            <a:picLocks xmlns:a="http://schemas.openxmlformats.org/drawingml/2006/main" noChangeAspect="1"/>
          </p:cNvPicPr>
          <p:nvPr/>
        </p:nvPicPr>
        <p:blipFill>
          <a:blip xmlns:r="http://schemas.openxmlformats.org/officeDocument/2006/relationships" xmlns:a="http://schemas.openxmlformats.org/drawingml/2006/main" r:embed="R89b91e909e9d425d"/>
          <a:stretch xmlns:a="http://schemas.openxmlformats.org/drawingml/2006/main">
            <a:fillRect l="0" t="0" r="0" b="0"/>
          </a:stretch>
        </p:blipFill>
        <p:spPr>
          <a:xfrm xmlns:a="http://schemas.openxmlformats.org/drawingml/2006/main">
            <a:off x="4576053" y="2029023"/>
            <a:ext cx="431789" cy="4318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A010BAD6-049E-4439-BC7D-5F3EBF546ED7}"/>
              </a:ext>
            </a:extLst>
          </p:cNvPr>
          <p:cNvSpPr>
            <a:spLocks xmlns:a="http://schemas.openxmlformats.org/drawingml/2006/main" noGrp="1"/>
          </p:cNvSpPr>
          <p:nvPr/>
        </p:nvSpPr>
        <p:spPr>
          <a:xfrm xmlns:a="http://schemas.openxmlformats.org/drawingml/2006/main">
            <a:off x="4576053" y="2620335"/>
            <a:ext cx="303949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Doctor records</a:t>
            </a:r>
            <a:endParaRPr sz="1800"/>
          </a:p>
        </p:txBody>
      </p:sp>
      <p:sp>
        <p:nvSpPr>
          <p:cNvPr id="12" name="Text 8">
            <a:extLst xmlns:a="http://schemas.openxmlformats.org/drawingml/2006/main">
              <a:ext uri="{FF2B5EF4-FFF2-40B4-BE49-F238E27FC236}">
                <a16:creationId xmlns:a16="http://schemas.microsoft.com/office/drawing/2014/main" id="{41A2E1E8-62E2-4338-9460-7DBEABAD0870}"/>
              </a:ext>
            </a:extLst>
          </p:cNvPr>
          <p:cNvSpPr>
            <a:spLocks xmlns:a="http://schemas.openxmlformats.org/drawingml/2006/main" noGrp="1"/>
          </p:cNvSpPr>
          <p:nvPr/>
        </p:nvSpPr>
        <p:spPr>
          <a:xfrm xmlns:a="http://schemas.openxmlformats.org/drawingml/2006/main">
            <a:off x="4576053" y="3103543"/>
            <a:ext cx="3039490" cy="10513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2000">
                <a:solidFill>
                  <a:srgbClr val="10201D"/>
                </a:solidFill>
                <a:latin typeface="IBM Plex Sans"/>
                <a:ea typeface="IBM Plex Sans"/>
                <a:cs typeface="IBM Plex Sans"/>
              </a:rPr>
              <a:t>Maintain doctor records and support appointment-related workflows.</a:t>
            </a:r>
            <a:endParaRPr sz="2000"/>
          </a:p>
        </p:txBody>
      </p:sp>
      <p:sp>
        <p:nvSpPr>
          <p:cNvPr id="13" name="Shape 9">
            <a:extLst xmlns:a="http://schemas.openxmlformats.org/drawingml/2006/main">
              <a:ext uri="{FF2B5EF4-FFF2-40B4-BE49-F238E27FC236}">
                <a16:creationId xmlns:a16="http://schemas.microsoft.com/office/drawing/2014/main" id="{EE16831C-74B4-4421-8C9F-D9387975225C}"/>
              </a:ext>
            </a:extLst>
          </p:cNvPr>
          <p:cNvSpPr>
            <a:spLocks xmlns:a="http://schemas.openxmlformats.org/drawingml/2006/main" noGrp="1"/>
          </p:cNvSpPr>
          <p:nvPr/>
        </p:nvSpPr>
        <p:spPr>
          <a:xfrm xmlns:a="http://schemas.openxmlformats.org/drawingml/2006/main">
            <a:off x="8161629" y="1813123"/>
            <a:ext cx="3522078" cy="3601343"/>
          </a:xfrm>
          <a:prstGeom xmlns:a="http://schemas.openxmlformats.org/drawingml/2006/main" prst="roundRect">
            <a:avLst>
              <a:gd name="adj" fmla="val 6058"/>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pic>
        <p:nvPicPr>
          <p:cNvPr id="14" name="Image 2">
            <a:extLst xmlns:a="http://schemas.openxmlformats.org/drawingml/2006/main">
              <a:ext uri="{FF2B5EF4-FFF2-40B4-BE49-F238E27FC236}">
                <a16:creationId xmlns:a16="http://schemas.microsoft.com/office/drawing/2014/main" id="{2B225D41-558C-4CA9-B579-C5AC8D0D9764}"/>
              </a:ext>
            </a:extLst>
          </p:cNvPr>
          <p:cNvPicPr>
            <a:picLocks xmlns:a="http://schemas.openxmlformats.org/drawingml/2006/main" noChangeAspect="1"/>
          </p:cNvPicPr>
          <p:nvPr/>
        </p:nvPicPr>
        <p:blipFill>
          <a:blip xmlns:r="http://schemas.openxmlformats.org/officeDocument/2006/relationships" xmlns:a="http://schemas.openxmlformats.org/drawingml/2006/main" r:embed="Rc7b13190a8774137"/>
          <a:stretch xmlns:a="http://schemas.openxmlformats.org/drawingml/2006/main">
            <a:fillRect l="0" t="0" r="0" b="0"/>
          </a:stretch>
        </p:blipFill>
        <p:spPr>
          <a:xfrm xmlns:a="http://schemas.openxmlformats.org/drawingml/2006/main">
            <a:off x="8402923" y="2029023"/>
            <a:ext cx="431789" cy="431800"/>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49017A81-6F9A-4B31-87EE-60571DC46409}"/>
              </a:ext>
            </a:extLst>
          </p:cNvPr>
          <p:cNvSpPr>
            <a:spLocks xmlns:a="http://schemas.openxmlformats.org/drawingml/2006/main" noGrp="1"/>
          </p:cNvSpPr>
          <p:nvPr/>
        </p:nvSpPr>
        <p:spPr>
          <a:xfrm xmlns:a="http://schemas.openxmlformats.org/drawingml/2006/main">
            <a:off x="8402923" y="2620335"/>
            <a:ext cx="3039490" cy="3017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1800">
                <a:solidFill>
                  <a:srgbClr val="10201D"/>
                </a:solidFill>
                <a:latin typeface="IBM Plex Sans"/>
                <a:ea typeface="IBM Plex Sans"/>
                <a:cs typeface="IBM Plex Sans"/>
              </a:rPr>
              <a:t>Message templates</a:t>
            </a:r>
            <a:endParaRPr sz="1800"/>
          </a:p>
        </p:txBody>
      </p:sp>
      <p:sp>
        <p:nvSpPr>
          <p:cNvPr id="16" name="Text 11">
            <a:extLst xmlns:a="http://schemas.openxmlformats.org/drawingml/2006/main">
              <a:ext uri="{FF2B5EF4-FFF2-40B4-BE49-F238E27FC236}">
                <a16:creationId xmlns:a16="http://schemas.microsoft.com/office/drawing/2014/main" id="{130BB574-37C0-4258-AA11-FF34407EF6AB}"/>
              </a:ext>
            </a:extLst>
          </p:cNvPr>
          <p:cNvSpPr>
            <a:spLocks xmlns:a="http://schemas.openxmlformats.org/drawingml/2006/main" noGrp="1"/>
          </p:cNvSpPr>
          <p:nvPr/>
        </p:nvSpPr>
        <p:spPr>
          <a:xfrm xmlns:a="http://schemas.openxmlformats.org/drawingml/2006/main">
            <a:off x="8402923" y="3103543"/>
            <a:ext cx="3039490" cy="14017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2000">
                <a:solidFill>
                  <a:srgbClr val="10201D"/>
                </a:solidFill>
                <a:latin typeface="IBM Plex Sans"/>
                <a:ea typeface="IBM Plex Sans"/>
                <a:cs typeface="IBM Plex Sans"/>
              </a:rPr>
              <a:t>Reusable templates include customer name, shop, date, time and amount.</a:t>
            </a:r>
            <a:endParaRPr sz="2000"/>
          </a:p>
        </p:txBody>
      </p:sp>
      <p:sp>
        <p:nvSpPr>
          <p:cNvPr id="17" name="Shape 12">
            <a:extLst xmlns:a="http://schemas.openxmlformats.org/drawingml/2006/main">
              <a:ext uri="{FF2B5EF4-FFF2-40B4-BE49-F238E27FC236}">
                <a16:creationId xmlns:a16="http://schemas.microsoft.com/office/drawing/2014/main" id="{C8F6DE0E-72C7-4CBC-9287-20AAC18DDDA5}"/>
              </a:ext>
            </a:extLst>
          </p:cNvPr>
          <p:cNvSpPr>
            <a:spLocks xmlns:a="http://schemas.openxmlformats.org/drawingml/2006/main" noGrp="1"/>
          </p:cNvSpPr>
          <p:nvPr/>
        </p:nvSpPr>
        <p:spPr>
          <a:xfrm xmlns:a="http://schemas.openxmlformats.org/drawingml/2006/main">
            <a:off x="507987" y="5643066"/>
            <a:ext cx="11175720" cy="890984"/>
          </a:xfrm>
          <a:prstGeom xmlns:a="http://schemas.openxmlformats.org/drawingml/2006/main" prst="roundRect">
            <a:avLst>
              <a:gd name="adj" fmla="val 23946"/>
            </a:avLst>
          </a:prstGeom>
          <a:solidFill xmlns:a="http://schemas.openxmlformats.org/drawingml/2006/main">
            <a:srgbClr val="FFFFFF"/>
          </a:solidFill>
          <a:ln xmlns:a="http://schemas.openxmlformats.org/drawingml/2006/main" w="12700">
            <a:solidFill>
              <a:srgbClr val="CBD4CE"/>
            </a:solidFill>
            <a:prstDash val="solid"/>
          </a:ln>
          <a:effectLst xmlns:a="http://schemas.openxmlformats.org/drawingml/2006/main">
            <a:outerShdw blurRad="227330" dist="74930" dir="5400000" sx="100000" sy="100000" kx="0" ky="0" algn="bl" rotWithShape="0">
              <a:srgbClr val="083c35">
                <a:alpha val="10000"/>
              </a:srgbClr>
            </a:outerShdw>
          </a:effectLst>
        </p:spPr>
      </p:sp>
      <p:sp>
        <p:nvSpPr>
          <p:cNvPr id="18" name="Text 13">
            <a:extLst xmlns:a="http://schemas.openxmlformats.org/drawingml/2006/main">
              <a:ext uri="{FF2B5EF4-FFF2-40B4-BE49-F238E27FC236}">
                <a16:creationId xmlns:a16="http://schemas.microsoft.com/office/drawing/2014/main" id="{4B1A6EC5-A8E7-4F53-9F21-EE49352F91C4}"/>
              </a:ext>
            </a:extLst>
          </p:cNvPr>
          <p:cNvSpPr>
            <a:spLocks xmlns:a="http://schemas.openxmlformats.org/drawingml/2006/main" noGrp="1"/>
          </p:cNvSpPr>
          <p:nvPr/>
        </p:nvSpPr>
        <p:spPr>
          <a:xfrm xmlns:a="http://schemas.openxmlformats.org/drawingml/2006/main">
            <a:off x="723882" y="5814262"/>
            <a:ext cx="10743931" cy="5607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5000"/>
              </a:lnSpc>
              <a:buNone/>
            </a:pPr>
            <a:r>
              <a:rPr sz="1600" b="1">
                <a:solidFill>
                  <a:srgbClr val="10201D"/>
                </a:solidFill>
                <a:latin typeface="IBM Plex Sans Bold"/>
                <a:ea typeface="IBM Plex Sans Bold"/>
                <a:cs typeface="IBM Plex Sans Bold"/>
              </a:rPr>
              <a:t>Staff-managed messaging:</a:t>
            </a:r>
            <a:r>
              <a:rPr sz="1600">
                <a:solidFill>
                  <a:srgbClr val="10201D"/>
                </a:solidFill>
                <a:latin typeface="IBM Plex Sans"/>
                <a:ea typeface="IBM Plex Sans"/>
                <a:cs typeface="IBM Plex Sans"/>
              </a:rPr>
              <a:t> Staff prepare and send WhatsApp and email messages manually. SMS is optional and requires provider setup and approval.</a:t>
            </a:r>
            <a:endParaRPr sz="1600"/>
          </a:p>
        </p:txBody>
      </p:sp>
    </p:spTree>
    <p:extLst>
      <p:ext uri="{BB962C8B-B14F-4D97-AF65-F5344CB8AC3E}">
        <p14:creationId xmlns:p14="http://schemas.microsoft.com/office/powerpoint/2010/main" val="64127474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43DC056-A899-4A27-A056-FBCC6BE9999D}"/>
              </a:ext>
            </a:extLst>
          </p:cNvPr>
          <p:cNvPicPr>
            <a:picLocks xmlns:a="http://schemas.openxmlformats.org/drawingml/2006/main" noChangeAspect="1"/>
          </p:cNvPicPr>
          <p:nvPr/>
        </p:nvPicPr>
        <p:blipFill>
          <a:blip xmlns:r="http://schemas.openxmlformats.org/officeDocument/2006/relationships" xmlns:a="http://schemas.openxmlformats.org/drawingml/2006/main" r:embed="R6e20c2d2c0534e56"/>
          <a:stretch xmlns:a="http://schemas.openxmlformats.org/drawingml/2006/main">
            <a:fillRect l="0" t="0" r="0" b="0"/>
          </a:stretch>
        </p:blipFill>
        <p:spPr>
          <a:xfrm xmlns:a="http://schemas.openxmlformats.org/drawingml/2006/main">
            <a:off x="0" y="0"/>
            <a:ext cx="4063898"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A3ED2261-2E7C-44B2-929E-3725A1C839F8}"/>
              </a:ext>
            </a:extLst>
          </p:cNvPr>
          <p:cNvSpPr>
            <a:spLocks xmlns:a="http://schemas.openxmlformats.org/drawingml/2006/main" noGrp="1"/>
          </p:cNvSpPr>
          <p:nvPr/>
        </p:nvSpPr>
        <p:spPr>
          <a:xfrm xmlns:a="http://schemas.openxmlformats.org/drawingml/2006/main">
            <a:off x="4063898" y="0"/>
            <a:ext cx="8127797" cy="6858000"/>
          </a:xfrm>
          <a:prstGeom xmlns:a="http://schemas.openxmlformats.org/drawingml/2006/main" prst="rect">
            <a:avLst/>
          </a:prstGeom>
          <a:solidFill xmlns:a="http://schemas.openxmlformats.org/drawingml/2006/main">
            <a:srgbClr val="083C35"/>
          </a:solidFill>
        </p:spPr>
      </p:sp>
      <p:sp>
        <p:nvSpPr>
          <p:cNvPr id="4" name="Text 1">
            <a:extLst xmlns:a="http://schemas.openxmlformats.org/drawingml/2006/main">
              <a:ext uri="{FF2B5EF4-FFF2-40B4-BE49-F238E27FC236}">
                <a16:creationId xmlns:a16="http://schemas.microsoft.com/office/drawing/2014/main" id="{113E3930-BC7C-4833-9DF8-8427BCCF00E3}"/>
              </a:ext>
            </a:extLst>
          </p:cNvPr>
          <p:cNvSpPr>
            <a:spLocks xmlns:a="http://schemas.openxmlformats.org/drawingml/2006/main" noGrp="1"/>
          </p:cNvSpPr>
          <p:nvPr/>
        </p:nvSpPr>
        <p:spPr>
          <a:xfrm xmlns:a="http://schemas.openxmlformats.org/drawingml/2006/main">
            <a:off x="4571886" y="466280"/>
            <a:ext cx="7619809" cy="1731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3000"/>
              </a:lnSpc>
              <a:buNone/>
            </a:pPr>
            <a:r>
              <a:rPr sz="1100" spc="60">
                <a:solidFill>
                  <a:srgbClr val="FFFFFF"/>
                </a:solidFill>
                <a:latin typeface="IBM Plex Sans SemiBold"/>
                <a:ea typeface="IBM Plex Sans SemiBold"/>
                <a:cs typeface="IBM Plex Sans SemiBold"/>
              </a:rPr>
              <a:t>GOVERNANCE &amp; SECURITY</a:t>
            </a:r>
            <a:endParaRPr sz="1100"/>
          </a:p>
        </p:txBody>
      </p:sp>
      <p:sp>
        <p:nvSpPr>
          <p:cNvPr id="5" name="Text 2">
            <a:extLst xmlns:a="http://schemas.openxmlformats.org/drawingml/2006/main">
              <a:ext uri="{FF2B5EF4-FFF2-40B4-BE49-F238E27FC236}">
                <a16:creationId xmlns:a16="http://schemas.microsoft.com/office/drawing/2014/main" id="{0229E4A3-9E01-4EDB-A801-8909C0316D2C}"/>
              </a:ext>
            </a:extLst>
          </p:cNvPr>
          <p:cNvSpPr>
            <a:spLocks xmlns:a="http://schemas.openxmlformats.org/drawingml/2006/main" noGrp="1"/>
          </p:cNvSpPr>
          <p:nvPr/>
        </p:nvSpPr>
        <p:spPr>
          <a:xfrm xmlns:a="http://schemas.openxmlformats.org/drawingml/2006/main">
            <a:off x="4571886" y="759559"/>
            <a:ext cx="7111822"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88000"/>
              </a:lnSpc>
              <a:buNone/>
            </a:pPr>
            <a:r>
              <a:rPr sz="3000" b="1" spc="-60">
                <a:solidFill>
                  <a:srgbClr val="FFFFFF"/>
                </a:solidFill>
                <a:latin typeface="Sora Bold"/>
                <a:ea typeface="Sora Bold"/>
                <a:cs typeface="Sora Bold"/>
              </a:rPr>
              <a:t>Prescription handling and staff access</a:t>
            </a:r>
            <a:endParaRPr sz="3000"/>
          </a:p>
        </p:txBody>
      </p:sp>
      <p:sp>
        <p:nvSpPr>
          <p:cNvPr id="6" name="Text 3">
            <a:extLst xmlns:a="http://schemas.openxmlformats.org/drawingml/2006/main">
              <a:ext uri="{FF2B5EF4-FFF2-40B4-BE49-F238E27FC236}">
                <a16:creationId xmlns:a16="http://schemas.microsoft.com/office/drawing/2014/main" id="{6FF545CC-51B7-4589-A6AE-E66AD4A9274E}"/>
              </a:ext>
            </a:extLst>
          </p:cNvPr>
          <p:cNvSpPr>
            <a:spLocks xmlns:a="http://schemas.openxmlformats.org/drawingml/2006/main" noGrp="1"/>
          </p:cNvSpPr>
          <p:nvPr/>
        </p:nvSpPr>
        <p:spPr>
          <a:xfrm xmlns:a="http://schemas.openxmlformats.org/drawingml/2006/main">
            <a:off x="4571886" y="1793577"/>
            <a:ext cx="7111822" cy="31055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345440" indent="-345440" algn="l">
              <a:lnSpc>
                <a:spcPct val="115000"/>
              </a:lnSpc>
              <a:buSzPct val="100000"/>
              <a:buChar char="•"/>
            </a:pPr>
            <a:r>
              <a:rPr sz="1700" b="1">
                <a:solidFill>
                  <a:srgbClr val="FFFFFF"/>
                </a:solidFill>
                <a:latin typeface="IBM Plex Sans Bold"/>
                <a:ea typeface="IBM Plex Sans Bold"/>
                <a:cs typeface="IBM Plex Sans Bold"/>
              </a:rPr>
              <a:t>Review:</a:t>
            </a:r>
            <a:r>
              <a:rPr sz="1700">
                <a:solidFill>
                  <a:srgbClr val="FFFFFF"/>
                </a:solidFill>
                <a:latin typeface="IBM Plex Sans"/>
                <a:ea typeface="IBM Plex Sans"/>
                <a:cs typeface="IBM Plex Sans"/>
              </a:rPr>
              <a:t> Counter staff can upload prescription copies for pharmacist review. Prescription-only items need an approved prescription linked to the selected customer; Schedule H and H1 medicines can be configured to require one before billing.</a:t>
            </a:r>
            <a:endParaRPr sz="1700"/>
          </a:p>
          <a:p xmlns:a="http://schemas.openxmlformats.org/drawingml/2006/main">
            <a:pPr marL="345440" indent="-345440" algn="l">
              <a:lnSpc>
                <a:spcPct val="115000"/>
              </a:lnSpc>
              <a:buSzPct val="100000"/>
              <a:buChar char="•"/>
            </a:pPr>
            <a:r>
              <a:rPr sz="1700" b="1">
                <a:solidFill>
                  <a:srgbClr val="FFFFFF"/>
                </a:solidFill>
                <a:latin typeface="IBM Plex Sans Bold"/>
                <a:ea typeface="IBM Plex Sans Bold"/>
                <a:cs typeface="IBM Plex Sans Bold"/>
              </a:rPr>
              <a:t>Access:</a:t>
            </a:r>
            <a:r>
              <a:rPr sz="1700">
                <a:solidFill>
                  <a:srgbClr val="FFFFFF"/>
                </a:solidFill>
                <a:latin typeface="IBM Plex Sans"/>
                <a:ea typeface="IBM Plex Sans"/>
                <a:cs typeface="IBM Plex Sans"/>
              </a:rPr>
              <a:t> Authorised roles control access. Cashiers can bill; only the shop owner or registered pharmacist can modify purchase bills, issue manual discounts or inspect margins.</a:t>
            </a:r>
            <a:endParaRPr sz="1700"/>
          </a:p>
          <a:p xmlns:a="http://schemas.openxmlformats.org/drawingml/2006/main">
            <a:pPr marL="345440" indent="-345440" algn="l">
              <a:lnSpc>
                <a:spcPct val="115000"/>
              </a:lnSpc>
              <a:buSzPct val="100000"/>
              <a:buChar char="•"/>
            </a:pPr>
            <a:r>
              <a:rPr sz="1700" b="1">
                <a:solidFill>
                  <a:srgbClr val="FFFFFF"/>
                </a:solidFill>
                <a:latin typeface="IBM Plex Sans Bold"/>
                <a:ea typeface="IBM Plex Sans Bold"/>
                <a:cs typeface="IBM Plex Sans Bold"/>
              </a:rPr>
              <a:t>History:</a:t>
            </a:r>
            <a:r>
              <a:rPr sz="1700">
                <a:solidFill>
                  <a:srgbClr val="FFFFFF"/>
                </a:solidFill>
                <a:latin typeface="IBM Plex Sans"/>
                <a:ea typeface="IBM Plex Sans"/>
                <a:cs typeface="IBM Plex Sans"/>
              </a:rPr>
              <a:t> Uploads and reviews, prescription approvals, bill deletions and stock adjustments are recorded in an audit history with staff username and timestamp.</a:t>
            </a:r>
            <a:endParaRPr sz="1700"/>
          </a:p>
        </p:txBody>
      </p:sp>
      <p:sp>
        <p:nvSpPr>
          <p:cNvPr id="7" name="Text 4">
            <a:extLst xmlns:a="http://schemas.openxmlformats.org/drawingml/2006/main">
              <a:ext uri="{FF2B5EF4-FFF2-40B4-BE49-F238E27FC236}">
                <a16:creationId xmlns:a16="http://schemas.microsoft.com/office/drawing/2014/main" id="{A8967E58-F5AE-44A3-AED3-5CA55D69ADE8}"/>
              </a:ext>
            </a:extLst>
          </p:cNvPr>
          <p:cNvSpPr>
            <a:spLocks xmlns:a="http://schemas.openxmlformats.org/drawingml/2006/main" noGrp="1"/>
          </p:cNvSpPr>
          <p:nvPr/>
        </p:nvSpPr>
        <p:spPr>
          <a:xfrm xmlns:a="http://schemas.openxmlformats.org/drawingml/2006/main">
            <a:off x="4571886" y="6038390"/>
            <a:ext cx="7111822" cy="3686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10000"/>
              </a:lnSpc>
              <a:buNone/>
            </a:pPr>
            <a:r>
              <a:rPr sz="1100">
                <a:solidFill>
                  <a:srgbClr val="FFFFFF"/>
                </a:solidFill>
                <a:latin typeface="IBM Plex Sans"/>
                <a:ea typeface="IBM Plex Sans"/>
                <a:cs typeface="IBM Plex Sans"/>
              </a:rPr>
              <a:t>A workflow capability, not a legal or regulatory certification. Routine local backups remain the shop owner's responsibility.</a:t>
            </a:r>
            <a:endParaRPr sz="1100"/>
          </a:p>
        </p:txBody>
      </p:sp>
    </p:spTree>
    <p:extLst>
      <p:ext uri="{BB962C8B-B14F-4D97-AF65-F5344CB8AC3E}">
        <p14:creationId xmlns:p14="http://schemas.microsoft.com/office/powerpoint/2010/main" val="960699447"/>
      </p:ext>
    </p:extLst>
  </p:cSld>
</p:sld>
</file>

<file path=ppt/slides/slide11.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9C911C8-7CD1-4FC4-B52D-A3724FB493C3}"/>
              </a:ext>
            </a:extLst>
          </p:cNvPr>
          <p:cNvSpPr>
            <a:spLocks xmlns:a="http://schemas.openxmlformats.org/drawingml/2006/main" noGrp="1"/>
          </p:cNvSpPr>
          <p:nvPr/>
        </p:nvSpPr>
        <p:spPr>
          <a:xfrm xmlns:a="http://schemas.openxmlformats.org/drawingml/2006/main">
            <a:off x="504825" y="3333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defRPr sz="1050" b="1">
                <a:solidFill>
                  <a:srgbClr val="0A7C78"/>
                </a:solidFill>
                <a:latin typeface="IBM Plex Sans"/>
                <a:ea typeface="IBM Plex Sans"/>
                <a:cs typeface="IBM Plex Sans"/>
              </a:defRPr>
            </a:lvl1pPr>
            <a:lvl2pPr algn="l">
              <a:defRPr sz="1050" b="1">
                <a:solidFill>
                  <a:srgbClr val="0A7C78"/>
                </a:solidFill>
                <a:latin typeface="IBM Plex Sans"/>
                <a:ea typeface="IBM Plex Sans"/>
                <a:cs typeface="IBM Plex Sans"/>
              </a:defRPr>
            </a:lvl2pPr>
            <a:lvl3pPr algn="l">
              <a:defRPr sz="1050" b="1">
                <a:solidFill>
                  <a:srgbClr val="0A7C78"/>
                </a:solidFill>
                <a:latin typeface="IBM Plex Sans"/>
                <a:ea typeface="IBM Plex Sans"/>
                <a:cs typeface="IBM Plex Sans"/>
              </a:defRPr>
            </a:lvl3pPr>
            <a:lvl4pPr algn="l">
              <a:defRPr sz="1050" b="1">
                <a:solidFill>
                  <a:srgbClr val="0A7C78"/>
                </a:solidFill>
                <a:latin typeface="IBM Plex Sans"/>
                <a:ea typeface="IBM Plex Sans"/>
                <a:cs typeface="IBM Plex Sans"/>
              </a:defRPr>
            </a:lvl4pPr>
            <a:lvl5pPr algn="l">
              <a:defRPr sz="1050" b="1">
                <a:solidFill>
                  <a:srgbClr val="0A7C78"/>
                </a:solidFill>
                <a:latin typeface="IBM Plex Sans"/>
                <a:ea typeface="IBM Plex Sans"/>
                <a:cs typeface="IBM Plex Sans"/>
              </a:defRPr>
            </a:lvl5pPr>
            <a:lvl6pPr algn="l">
              <a:defRPr sz="1050" b="1">
                <a:solidFill>
                  <a:srgbClr val="0A7C78"/>
                </a:solidFill>
                <a:latin typeface="IBM Plex Sans"/>
                <a:ea typeface="IBM Plex Sans"/>
                <a:cs typeface="IBM Plex Sans"/>
              </a:defRPr>
            </a:lvl6pPr>
            <a:lvl7pPr algn="l">
              <a:defRPr sz="1050" b="1">
                <a:solidFill>
                  <a:srgbClr val="0A7C78"/>
                </a:solidFill>
                <a:latin typeface="IBM Plex Sans"/>
                <a:ea typeface="IBM Plex Sans"/>
                <a:cs typeface="IBM Plex Sans"/>
              </a:defRPr>
            </a:lvl7pPr>
            <a:lvl8pPr algn="l">
              <a:defRPr sz="1050" b="1">
                <a:solidFill>
                  <a:srgbClr val="0A7C78"/>
                </a:solidFill>
                <a:latin typeface="IBM Plex Sans"/>
                <a:ea typeface="IBM Plex Sans"/>
                <a:cs typeface="IBM Plex Sans"/>
              </a:defRPr>
            </a:lvl8pPr>
            <a:lvl9pPr algn="l">
              <a:defRPr sz="1050" b="1">
                <a:solidFill>
                  <a:srgbClr val="0A7C78"/>
                </a:solidFill>
                <a:latin typeface="IBM Plex Sans"/>
                <a:ea typeface="IBM Plex Sans"/>
                <a:cs typeface="IBM Plex Sans"/>
              </a:defRPr>
            </a:lvl9pPr>
          </a:lstStyle>
          <a:p xmlns:a="http://schemas.openxmlformats.org/drawingml/2006/main">
            <a:pPr algn="l">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MORE WAYS TO SUPPORT THE SHOP</a:t>
            </a:r>
          </a:p>
        </p:txBody>
      </p:sp>
      <p:sp>
        <p:nvSpPr>
          <p:cNvPr id="2" name="">
            <a:extLst xmlns:a="http://schemas.openxmlformats.org/drawingml/2006/main">
              <a:ext uri="{FF2B5EF4-FFF2-40B4-BE49-F238E27FC236}">
                <a16:creationId xmlns:a16="http://schemas.microsoft.com/office/drawing/2014/main" id="{98C7E2E6-243A-4690-9BE2-EFB49F28BD4D}"/>
              </a:ext>
            </a:extLst>
          </p:cNvPr>
          <p:cNvSpPr>
            <a:spLocks xmlns:a="http://schemas.openxmlformats.org/drawingml/2006/main" noGrp="1"/>
          </p:cNvSpPr>
          <p:nvPr/>
        </p:nvSpPr>
        <p:spPr>
          <a:xfrm xmlns:a="http://schemas.openxmlformats.org/drawingml/2006/main">
            <a:off x="504825" y="628650"/>
            <a:ext cx="11191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defRPr sz="2850" b="1">
                <a:solidFill>
                  <a:srgbClr val="10201D"/>
                </a:solidFill>
                <a:latin typeface="Sora Bold"/>
                <a:ea typeface="Sora Bold"/>
                <a:cs typeface="Sora Bold"/>
              </a:defRPr>
            </a:lvl1pPr>
            <a:lvl2pPr algn="l">
              <a:defRPr sz="2850" b="1">
                <a:solidFill>
                  <a:srgbClr val="10201D"/>
                </a:solidFill>
                <a:latin typeface="Sora Bold"/>
                <a:ea typeface="Sora Bold"/>
                <a:cs typeface="Sora Bold"/>
              </a:defRPr>
            </a:lvl2pPr>
            <a:lvl3pPr algn="l">
              <a:defRPr sz="2850" b="1">
                <a:solidFill>
                  <a:srgbClr val="10201D"/>
                </a:solidFill>
                <a:latin typeface="Sora Bold"/>
                <a:ea typeface="Sora Bold"/>
                <a:cs typeface="Sora Bold"/>
              </a:defRPr>
            </a:lvl3pPr>
            <a:lvl4pPr algn="l">
              <a:defRPr sz="2850" b="1">
                <a:solidFill>
                  <a:srgbClr val="10201D"/>
                </a:solidFill>
                <a:latin typeface="Sora Bold"/>
                <a:ea typeface="Sora Bold"/>
                <a:cs typeface="Sora Bold"/>
              </a:defRPr>
            </a:lvl4pPr>
            <a:lvl5pPr algn="l">
              <a:defRPr sz="2850" b="1">
                <a:solidFill>
                  <a:srgbClr val="10201D"/>
                </a:solidFill>
                <a:latin typeface="Sora Bold"/>
                <a:ea typeface="Sora Bold"/>
                <a:cs typeface="Sora Bold"/>
              </a:defRPr>
            </a:lvl5pPr>
            <a:lvl6pPr algn="l">
              <a:defRPr sz="2850" b="1">
                <a:solidFill>
                  <a:srgbClr val="10201D"/>
                </a:solidFill>
                <a:latin typeface="Sora Bold"/>
                <a:ea typeface="Sora Bold"/>
                <a:cs typeface="Sora Bold"/>
              </a:defRPr>
            </a:lvl6pPr>
            <a:lvl7pPr algn="l">
              <a:defRPr sz="2850" b="1">
                <a:solidFill>
                  <a:srgbClr val="10201D"/>
                </a:solidFill>
                <a:latin typeface="Sora Bold"/>
                <a:ea typeface="Sora Bold"/>
                <a:cs typeface="Sora Bold"/>
              </a:defRPr>
            </a:lvl7pPr>
            <a:lvl8pPr algn="l">
              <a:defRPr sz="2850" b="1">
                <a:solidFill>
                  <a:srgbClr val="10201D"/>
                </a:solidFill>
                <a:latin typeface="Sora Bold"/>
                <a:ea typeface="Sora Bold"/>
                <a:cs typeface="Sora Bold"/>
              </a:defRPr>
            </a:lvl8pPr>
            <a:lvl9pPr algn="l">
              <a:defRPr sz="2850" b="1">
                <a:solidFill>
                  <a:srgbClr val="10201D"/>
                </a:solidFill>
                <a:latin typeface="Sora Bold"/>
                <a:ea typeface="Sora Bold"/>
                <a:cs typeface="Sora Bold"/>
              </a:defRPr>
            </a:lvl9pPr>
          </a:lstStyle>
          <a:p xmlns:a="http://schemas.openxmlformats.org/drawingml/2006/main">
            <a:pPr algn="l">
              <a:defRPr sz="2850" b="1">
                <a:solidFill>
                  <a:srgbClr val="10201D"/>
                </a:solidFill>
                <a:latin typeface="Sora Bold"/>
                <a:ea typeface="Sora Bold"/>
                <a:cs typeface="Sora Bold"/>
              </a:defRPr>
            </a:pPr>
            <a:r>
              <a:rPr sz="2850" b="1">
                <a:solidFill>
                  <a:srgbClr val="10201D"/>
                </a:solidFill>
                <a:latin typeface="Sora Bold"/>
                <a:ea typeface="Sora Bold"/>
                <a:cs typeface="Sora Bold"/>
              </a:rPr>
              <a:t>More than stock and billing</a:t>
            </a:r>
          </a:p>
        </p:txBody>
      </p:sp>
      <p:sp>
        <p:nvSpPr>
          <p:cNvPr id="3" name="">
            <a:extLst xmlns:a="http://schemas.openxmlformats.org/drawingml/2006/main">
              <a:ext uri="{FF2B5EF4-FFF2-40B4-BE49-F238E27FC236}">
                <a16:creationId xmlns:a16="http://schemas.microsoft.com/office/drawing/2014/main" id="{5F005CE4-93F3-406D-902F-638309A10703}"/>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defRPr sz="1575" b="0">
                <a:solidFill>
                  <a:srgbClr val="10201D"/>
                </a:solidFill>
                <a:latin typeface="IBM Plex Sans"/>
                <a:ea typeface="IBM Plex Sans"/>
                <a:cs typeface="IBM Plex Sans"/>
              </a:defRPr>
            </a:lvl1pPr>
            <a:lvl2pPr algn="l">
              <a:defRPr sz="1575" b="0">
                <a:solidFill>
                  <a:srgbClr val="10201D"/>
                </a:solidFill>
                <a:latin typeface="IBM Plex Sans"/>
                <a:ea typeface="IBM Plex Sans"/>
                <a:cs typeface="IBM Plex Sans"/>
              </a:defRPr>
            </a:lvl2pPr>
            <a:lvl3pPr algn="l">
              <a:defRPr sz="1575" b="0">
                <a:solidFill>
                  <a:srgbClr val="10201D"/>
                </a:solidFill>
                <a:latin typeface="IBM Plex Sans"/>
                <a:ea typeface="IBM Plex Sans"/>
                <a:cs typeface="IBM Plex Sans"/>
              </a:defRPr>
            </a:lvl3pPr>
            <a:lvl4pPr algn="l">
              <a:defRPr sz="1575" b="0">
                <a:solidFill>
                  <a:srgbClr val="10201D"/>
                </a:solidFill>
                <a:latin typeface="IBM Plex Sans"/>
                <a:ea typeface="IBM Plex Sans"/>
                <a:cs typeface="IBM Plex Sans"/>
              </a:defRPr>
            </a:lvl4pPr>
            <a:lvl5pPr algn="l">
              <a:defRPr sz="1575" b="0">
                <a:solidFill>
                  <a:srgbClr val="10201D"/>
                </a:solidFill>
                <a:latin typeface="IBM Plex Sans"/>
                <a:ea typeface="IBM Plex Sans"/>
                <a:cs typeface="IBM Plex Sans"/>
              </a:defRPr>
            </a:lvl5pPr>
            <a:lvl6pPr algn="l">
              <a:defRPr sz="1575" b="0">
                <a:solidFill>
                  <a:srgbClr val="10201D"/>
                </a:solidFill>
                <a:latin typeface="IBM Plex Sans"/>
                <a:ea typeface="IBM Plex Sans"/>
                <a:cs typeface="IBM Plex Sans"/>
              </a:defRPr>
            </a:lvl6pPr>
            <a:lvl7pPr algn="l">
              <a:defRPr sz="1575" b="0">
                <a:solidFill>
                  <a:srgbClr val="10201D"/>
                </a:solidFill>
                <a:latin typeface="IBM Plex Sans"/>
                <a:ea typeface="IBM Plex Sans"/>
                <a:cs typeface="IBM Plex Sans"/>
              </a:defRPr>
            </a:lvl7pPr>
            <a:lvl8pPr algn="l">
              <a:defRPr sz="1575" b="0">
                <a:solidFill>
                  <a:srgbClr val="10201D"/>
                </a:solidFill>
                <a:latin typeface="IBM Plex Sans"/>
                <a:ea typeface="IBM Plex Sans"/>
                <a:cs typeface="IBM Plex Sans"/>
              </a:defRPr>
            </a:lvl8pPr>
            <a:lvl9pPr algn="l">
              <a:defRPr sz="1575" b="0">
                <a:solidFill>
                  <a:srgbClr val="10201D"/>
                </a:solidFill>
                <a:latin typeface="IBM Plex Sans"/>
                <a:ea typeface="IBM Plex Sans"/>
                <a:cs typeface="IBM Plex Sans"/>
              </a:defRPr>
            </a:lvl9pPr>
          </a:lstStyle>
          <a:p xmlns:a="http://schemas.openxmlformats.org/drawingml/2006/main">
            <a:pPr algn="l">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Additional workflows help the shop manage day-to-day service and operations in one place.</a:t>
            </a:r>
          </a:p>
        </p:txBody>
      </p:sp>
      <p:sp>
        <p:nvSpPr>
          <p:cNvPr id="4" name="">
            <a:extLst xmlns:a="http://schemas.openxmlformats.org/drawingml/2006/main">
              <a:ext uri="{FF2B5EF4-FFF2-40B4-BE49-F238E27FC236}">
                <a16:creationId xmlns:a16="http://schemas.microsoft.com/office/drawing/2014/main" id="{827B3A28-B114-4AD0-98E1-D1298C1DCFC3}"/>
              </a:ext>
            </a:extLst>
          </p:cNvPr>
          <p:cNvSpPr>
            <a:spLocks xmlns:a="http://schemas.openxmlformats.org/drawingml/2006/main" noGrp="1"/>
          </p:cNvSpPr>
          <p:nvPr/>
        </p:nvSpPr>
        <p:spPr>
          <a:xfrm xmlns:a="http://schemas.openxmlformats.org/drawingml/2006/main">
            <a:off x="504825" y="2095500"/>
            <a:ext cx="26193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CBD4CE"/>
            </a:solidFill>
            <a:prstDash val="solid"/>
          </a:ln>
        </p:spPr>
      </p:sp>
      <p:sp>
        <p:nvSpPr>
          <p:cNvPr id="5" name="">
            <a:extLst xmlns:a="http://schemas.openxmlformats.org/drawingml/2006/main">
              <a:ext uri="{FF2B5EF4-FFF2-40B4-BE49-F238E27FC236}">
                <a16:creationId xmlns:a16="http://schemas.microsoft.com/office/drawing/2014/main" id="{06A3BAEE-56A3-49BB-8F89-ACCC87904945}"/>
              </a:ext>
            </a:extLst>
          </p:cNvPr>
          <p:cNvSpPr>
            <a:spLocks xmlns:a="http://schemas.openxmlformats.org/drawingml/2006/main" noGrp="1"/>
          </p:cNvSpPr>
          <p:nvPr/>
        </p:nvSpPr>
        <p:spPr>
          <a:xfrm xmlns:a="http://schemas.openxmlformats.org/drawingml/2006/main">
            <a:off x="714375" y="230505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680DBD-29F9-45B4-A66D-77716D5392CE}"/>
              </a:ext>
            </a:extLst>
          </p:cNvPr>
          <p:cNvSpPr>
            <a:spLocks xmlns:a="http://schemas.openxmlformats.org/drawingml/2006/main" noGrp="1"/>
          </p:cNvSpPr>
          <p:nvPr/>
        </p:nvSpPr>
        <p:spPr>
          <a:xfrm xmlns:a="http://schemas.openxmlformats.org/drawingml/2006/main">
            <a:off x="923925" y="2286000"/>
            <a:ext cx="2009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Printed-text capture</a:t>
            </a:r>
          </a:p>
        </p:txBody>
      </p:sp>
      <p:sp>
        <p:nvSpPr>
          <p:cNvPr id="7" name="">
            <a:extLst xmlns:a="http://schemas.openxmlformats.org/drawingml/2006/main">
              <a:ext uri="{FF2B5EF4-FFF2-40B4-BE49-F238E27FC236}">
                <a16:creationId xmlns:a16="http://schemas.microsoft.com/office/drawing/2014/main" id="{F915F297-000C-4959-BEDF-E217619C18C6}"/>
              </a:ext>
            </a:extLst>
          </p:cNvPr>
          <p:cNvSpPr>
            <a:spLocks xmlns:a="http://schemas.openxmlformats.org/drawingml/2006/main" noGrp="1"/>
          </p:cNvSpPr>
          <p:nvPr/>
        </p:nvSpPr>
        <p:spPr>
          <a:xfrm xmlns:a="http://schemas.openxmlformats.org/drawingml/2006/main">
            <a:off x="733425" y="2781300"/>
            <a:ext cx="21621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Local OCR can extract printed text. Staff must review and confirm the result before using it.</a:t>
            </a:r>
          </a:p>
        </p:txBody>
      </p:sp>
      <p:sp>
        <p:nvSpPr>
          <p:cNvPr id="8" name="">
            <a:extLst xmlns:a="http://schemas.openxmlformats.org/drawingml/2006/main">
              <a:ext uri="{FF2B5EF4-FFF2-40B4-BE49-F238E27FC236}">
                <a16:creationId xmlns:a16="http://schemas.microsoft.com/office/drawing/2014/main" id="{BF443FB2-6D4A-4CBD-8DBC-4664CB16B714}"/>
              </a:ext>
            </a:extLst>
          </p:cNvPr>
          <p:cNvSpPr>
            <a:spLocks xmlns:a="http://schemas.openxmlformats.org/drawingml/2006/main" noGrp="1"/>
          </p:cNvSpPr>
          <p:nvPr/>
        </p:nvSpPr>
        <p:spPr>
          <a:xfrm xmlns:a="http://schemas.openxmlformats.org/drawingml/2006/main">
            <a:off x="3333750" y="2095500"/>
            <a:ext cx="26193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CBD4CE"/>
            </a:solidFill>
            <a:prstDash val="solid"/>
          </a:ln>
        </p:spPr>
      </p:sp>
      <p:sp>
        <p:nvSpPr>
          <p:cNvPr id="9" name="">
            <a:extLst xmlns:a="http://schemas.openxmlformats.org/drawingml/2006/main">
              <a:ext uri="{FF2B5EF4-FFF2-40B4-BE49-F238E27FC236}">
                <a16:creationId xmlns:a16="http://schemas.microsoft.com/office/drawing/2014/main" id="{C2732938-E8DC-4AF4-978B-2DDDD81C6EF2}"/>
              </a:ext>
            </a:extLst>
          </p:cNvPr>
          <p:cNvSpPr>
            <a:spLocks xmlns:a="http://schemas.openxmlformats.org/drawingml/2006/main" noGrp="1"/>
          </p:cNvSpPr>
          <p:nvPr/>
        </p:nvSpPr>
        <p:spPr>
          <a:xfrm xmlns:a="http://schemas.openxmlformats.org/drawingml/2006/main">
            <a:off x="3543300" y="2305050"/>
            <a:ext cx="76200" cy="400050"/>
          </a:xfrm>
          <a:prstGeom xmlns:a="http://schemas.openxmlformats.org/drawingml/2006/main" prst="roundRect">
            <a:avLst>
              <a:gd name="adj" fmla="val 50000"/>
            </a:avLst>
          </a:prstGeom>
          <a:solidFill xmlns:a="http://schemas.openxmlformats.org/drawingml/2006/main">
            <a:srgbClr val="F26A3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79B9E4-EDA4-4EDB-9F19-D5B9937369AE}"/>
              </a:ext>
            </a:extLst>
          </p:cNvPr>
          <p:cNvSpPr>
            <a:spLocks xmlns:a="http://schemas.openxmlformats.org/drawingml/2006/main" noGrp="1"/>
          </p:cNvSpPr>
          <p:nvPr/>
        </p:nvSpPr>
        <p:spPr>
          <a:xfrm xmlns:a="http://schemas.openxmlformats.org/drawingml/2006/main">
            <a:off x="3752850" y="2286000"/>
            <a:ext cx="2009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Branch coordination</a:t>
            </a:r>
          </a:p>
        </p:txBody>
      </p:sp>
      <p:sp>
        <p:nvSpPr>
          <p:cNvPr id="11" name="">
            <a:extLst xmlns:a="http://schemas.openxmlformats.org/drawingml/2006/main">
              <a:ext uri="{FF2B5EF4-FFF2-40B4-BE49-F238E27FC236}">
                <a16:creationId xmlns:a16="http://schemas.microsoft.com/office/drawing/2014/main" id="{14982CC6-8ABC-4B3E-A4FB-554485D4E729}"/>
              </a:ext>
            </a:extLst>
          </p:cNvPr>
          <p:cNvSpPr>
            <a:spLocks xmlns:a="http://schemas.openxmlformats.org/drawingml/2006/main" noGrp="1"/>
          </p:cNvSpPr>
          <p:nvPr/>
        </p:nvSpPr>
        <p:spPr>
          <a:xfrm xmlns:a="http://schemas.openxmlformats.org/drawingml/2006/main">
            <a:off x="3562350" y="2781300"/>
            <a:ext cx="21621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Branch support includes stock transfers, with records for movement between locations.</a:t>
            </a:r>
          </a:p>
        </p:txBody>
      </p:sp>
      <p:sp>
        <p:nvSpPr>
          <p:cNvPr id="12" name="">
            <a:extLst xmlns:a="http://schemas.openxmlformats.org/drawingml/2006/main">
              <a:ext uri="{FF2B5EF4-FFF2-40B4-BE49-F238E27FC236}">
                <a16:creationId xmlns:a16="http://schemas.microsoft.com/office/drawing/2014/main" id="{20D8F7D7-68E0-47A4-8BF0-0F57E60B78DA}"/>
              </a:ext>
            </a:extLst>
          </p:cNvPr>
          <p:cNvSpPr>
            <a:spLocks xmlns:a="http://schemas.openxmlformats.org/drawingml/2006/main" noGrp="1"/>
          </p:cNvSpPr>
          <p:nvPr/>
        </p:nvSpPr>
        <p:spPr>
          <a:xfrm xmlns:a="http://schemas.openxmlformats.org/drawingml/2006/main">
            <a:off x="6162675" y="2095500"/>
            <a:ext cx="26193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CBD4CE"/>
            </a:solidFill>
            <a:prstDash val="solid"/>
          </a:ln>
        </p:spPr>
      </p:sp>
      <p:sp>
        <p:nvSpPr>
          <p:cNvPr id="13" name="">
            <a:extLst xmlns:a="http://schemas.openxmlformats.org/drawingml/2006/main">
              <a:ext uri="{FF2B5EF4-FFF2-40B4-BE49-F238E27FC236}">
                <a16:creationId xmlns:a16="http://schemas.microsoft.com/office/drawing/2014/main" id="{A67AFD00-3835-4A6B-804A-999071AA2BB7}"/>
              </a:ext>
            </a:extLst>
          </p:cNvPr>
          <p:cNvSpPr>
            <a:spLocks xmlns:a="http://schemas.openxmlformats.org/drawingml/2006/main" noGrp="1"/>
          </p:cNvSpPr>
          <p:nvPr/>
        </p:nvSpPr>
        <p:spPr>
          <a:xfrm xmlns:a="http://schemas.openxmlformats.org/drawingml/2006/main">
            <a:off x="6372225" y="230505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624C56-E462-4F6A-B697-0FE860D03CAE}"/>
              </a:ext>
            </a:extLst>
          </p:cNvPr>
          <p:cNvSpPr>
            <a:spLocks xmlns:a="http://schemas.openxmlformats.org/drawingml/2006/main" noGrp="1"/>
          </p:cNvSpPr>
          <p:nvPr/>
        </p:nvSpPr>
        <p:spPr>
          <a:xfrm xmlns:a="http://schemas.openxmlformats.org/drawingml/2006/main">
            <a:off x="6581775" y="2286000"/>
            <a:ext cx="2009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Customer retention</a:t>
            </a:r>
          </a:p>
        </p:txBody>
      </p:sp>
      <p:sp>
        <p:nvSpPr>
          <p:cNvPr id="15" name="">
            <a:extLst xmlns:a="http://schemas.openxmlformats.org/drawingml/2006/main">
              <a:ext uri="{FF2B5EF4-FFF2-40B4-BE49-F238E27FC236}">
                <a16:creationId xmlns:a16="http://schemas.microsoft.com/office/drawing/2014/main" id="{37F0DEA6-EF6A-4874-A6CE-C35DDB3FE06D}"/>
              </a:ext>
            </a:extLst>
          </p:cNvPr>
          <p:cNvSpPr>
            <a:spLocks xmlns:a="http://schemas.openxmlformats.org/drawingml/2006/main" noGrp="1"/>
          </p:cNvSpPr>
          <p:nvPr/>
        </p:nvSpPr>
        <p:spPr>
          <a:xfrm xmlns:a="http://schemas.openxmlformats.org/drawingml/2006/main">
            <a:off x="6391275" y="2781300"/>
            <a:ext cx="21621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Loyalty tools can help staff record customer rewards as part of the shop workflow.</a:t>
            </a:r>
          </a:p>
        </p:txBody>
      </p:sp>
      <p:sp>
        <p:nvSpPr>
          <p:cNvPr id="16" name="">
            <a:extLst xmlns:a="http://schemas.openxmlformats.org/drawingml/2006/main">
              <a:ext uri="{FF2B5EF4-FFF2-40B4-BE49-F238E27FC236}">
                <a16:creationId xmlns:a16="http://schemas.microsoft.com/office/drawing/2014/main" id="{5DC947EE-803D-4A70-8670-087D8519BD2D}"/>
              </a:ext>
            </a:extLst>
          </p:cNvPr>
          <p:cNvSpPr>
            <a:spLocks xmlns:a="http://schemas.openxmlformats.org/drawingml/2006/main" noGrp="1"/>
          </p:cNvSpPr>
          <p:nvPr/>
        </p:nvSpPr>
        <p:spPr>
          <a:xfrm xmlns:a="http://schemas.openxmlformats.org/drawingml/2006/main">
            <a:off x="8991600" y="2095500"/>
            <a:ext cx="26955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1430">
            <a:solidFill>
              <a:srgbClr val="CBD4CE"/>
            </a:solidFill>
            <a:prstDash val="solid"/>
          </a:ln>
        </p:spPr>
      </p:sp>
      <p:sp>
        <p:nvSpPr>
          <p:cNvPr id="17" name="">
            <a:extLst xmlns:a="http://schemas.openxmlformats.org/drawingml/2006/main">
              <a:ext uri="{FF2B5EF4-FFF2-40B4-BE49-F238E27FC236}">
                <a16:creationId xmlns:a16="http://schemas.microsoft.com/office/drawing/2014/main" id="{3044090C-95AD-4519-9875-4CE624D5921C}"/>
              </a:ext>
            </a:extLst>
          </p:cNvPr>
          <p:cNvSpPr>
            <a:spLocks xmlns:a="http://schemas.openxmlformats.org/drawingml/2006/main" noGrp="1"/>
          </p:cNvSpPr>
          <p:nvPr/>
        </p:nvSpPr>
        <p:spPr>
          <a:xfrm xmlns:a="http://schemas.openxmlformats.org/drawingml/2006/main">
            <a:off x="9201150" y="2305050"/>
            <a:ext cx="76200" cy="400050"/>
          </a:xfrm>
          <a:prstGeom xmlns:a="http://schemas.openxmlformats.org/drawingml/2006/main" prst="roundRect">
            <a:avLst>
              <a:gd name="adj" fmla="val 50000"/>
            </a:avLst>
          </a:prstGeom>
          <a:solidFill xmlns:a="http://schemas.openxmlformats.org/drawingml/2006/main">
            <a:srgbClr val="F26A3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FD26C92-B667-4100-BF93-EAB6BF6C3B77}"/>
              </a:ext>
            </a:extLst>
          </p:cNvPr>
          <p:cNvSpPr>
            <a:spLocks xmlns:a="http://schemas.openxmlformats.org/drawingml/2006/main" noGrp="1"/>
          </p:cNvSpPr>
          <p:nvPr/>
        </p:nvSpPr>
        <p:spPr>
          <a:xfrm xmlns:a="http://schemas.openxmlformats.org/drawingml/2006/main">
            <a:off x="9410700" y="22860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Bookings and delivery</a:t>
            </a:r>
          </a:p>
        </p:txBody>
      </p:sp>
      <p:sp>
        <p:nvSpPr>
          <p:cNvPr id="19" name="">
            <a:extLst xmlns:a="http://schemas.openxmlformats.org/drawingml/2006/main">
              <a:ext uri="{FF2B5EF4-FFF2-40B4-BE49-F238E27FC236}">
                <a16:creationId xmlns:a16="http://schemas.microsoft.com/office/drawing/2014/main" id="{B855EBBF-2EBC-434F-A2E9-98DE85CA89DF}"/>
              </a:ext>
            </a:extLst>
          </p:cNvPr>
          <p:cNvSpPr>
            <a:spLocks xmlns:a="http://schemas.openxmlformats.org/drawingml/2006/main" noGrp="1"/>
          </p:cNvSpPr>
          <p:nvPr/>
        </p:nvSpPr>
        <p:spPr>
          <a:xfrm xmlns:a="http://schemas.openxmlformats.org/drawingml/2006/main">
            <a:off x="9220200" y="2781300"/>
            <a:ext cx="2238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Booking and delivery-tracking workflows support customer requests beyond the counter.</a:t>
            </a:r>
          </a:p>
        </p:txBody>
      </p:sp>
      <p:sp>
        <p:nvSpPr>
          <p:cNvPr id="20" name="">
            <a:extLst xmlns:a="http://schemas.openxmlformats.org/drawingml/2006/main">
              <a:ext uri="{FF2B5EF4-FFF2-40B4-BE49-F238E27FC236}">
                <a16:creationId xmlns:a16="http://schemas.microsoft.com/office/drawing/2014/main" id="{6E40A066-5CF7-4B36-9B5B-CBCC505CFAC9}"/>
              </a:ext>
            </a:extLst>
          </p:cNvPr>
          <p:cNvSpPr>
            <a:spLocks xmlns:a="http://schemas.openxmlformats.org/drawingml/2006/main" noGrp="1"/>
          </p:cNvSpPr>
          <p:nvPr/>
        </p:nvSpPr>
        <p:spPr>
          <a:xfrm xmlns:a="http://schemas.openxmlformats.org/drawingml/2006/main">
            <a:off x="504825" y="4381500"/>
            <a:ext cx="11182350" cy="952500"/>
          </a:xfrm>
          <a:prstGeom xmlns:a="http://schemas.openxmlformats.org/drawingml/2006/main" prst="roundRect">
            <a:avLst>
              <a:gd name="adj" fmla="val 8000"/>
            </a:avLst>
          </a:prstGeom>
          <a:solidFill xmlns:a="http://schemas.openxmlformats.org/drawingml/2006/main">
            <a:srgbClr val="E5EBE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F73E61-9AF2-4C06-A225-17F983455936}"/>
              </a:ext>
            </a:extLst>
          </p:cNvPr>
          <p:cNvSpPr>
            <a:spLocks xmlns:a="http://schemas.openxmlformats.org/drawingml/2006/main" noGrp="1"/>
          </p:cNvSpPr>
          <p:nvPr/>
        </p:nvSpPr>
        <p:spPr>
          <a:xfrm xmlns:a="http://schemas.openxmlformats.org/drawingml/2006/main">
            <a:off x="723900" y="45434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0A7C78"/>
                </a:solidFill>
                <a:latin typeface="IBM Plex Sans"/>
                <a:ea typeface="IBM Plex Sans"/>
                <a:cs typeface="IBM Plex Sans"/>
              </a:defRPr>
            </a:defPPr>
            <a:lvl1pPr algn="l">
              <a:defRPr sz="1350" b="1">
                <a:solidFill>
                  <a:srgbClr val="0A7C78"/>
                </a:solidFill>
                <a:latin typeface="IBM Plex Sans"/>
                <a:ea typeface="IBM Plex Sans"/>
                <a:cs typeface="IBM Plex Sans"/>
              </a:defRPr>
            </a:lvl1pPr>
            <a:lvl2pPr algn="l">
              <a:defRPr sz="1350" b="1">
                <a:solidFill>
                  <a:srgbClr val="0A7C78"/>
                </a:solidFill>
                <a:latin typeface="IBM Plex Sans"/>
                <a:ea typeface="IBM Plex Sans"/>
                <a:cs typeface="IBM Plex Sans"/>
              </a:defRPr>
            </a:lvl2pPr>
            <a:lvl3pPr algn="l">
              <a:defRPr sz="1350" b="1">
                <a:solidFill>
                  <a:srgbClr val="0A7C78"/>
                </a:solidFill>
                <a:latin typeface="IBM Plex Sans"/>
                <a:ea typeface="IBM Plex Sans"/>
                <a:cs typeface="IBM Plex Sans"/>
              </a:defRPr>
            </a:lvl3pPr>
            <a:lvl4pPr algn="l">
              <a:defRPr sz="1350" b="1">
                <a:solidFill>
                  <a:srgbClr val="0A7C78"/>
                </a:solidFill>
                <a:latin typeface="IBM Plex Sans"/>
                <a:ea typeface="IBM Plex Sans"/>
                <a:cs typeface="IBM Plex Sans"/>
              </a:defRPr>
            </a:lvl4pPr>
            <a:lvl5pPr algn="l">
              <a:defRPr sz="1350" b="1">
                <a:solidFill>
                  <a:srgbClr val="0A7C78"/>
                </a:solidFill>
                <a:latin typeface="IBM Plex Sans"/>
                <a:ea typeface="IBM Plex Sans"/>
                <a:cs typeface="IBM Plex Sans"/>
              </a:defRPr>
            </a:lvl5pPr>
            <a:lvl6pPr algn="l">
              <a:defRPr sz="1350" b="1">
                <a:solidFill>
                  <a:srgbClr val="0A7C78"/>
                </a:solidFill>
                <a:latin typeface="IBM Plex Sans"/>
                <a:ea typeface="IBM Plex Sans"/>
                <a:cs typeface="IBM Plex Sans"/>
              </a:defRPr>
            </a:lvl6pPr>
            <a:lvl7pPr algn="l">
              <a:defRPr sz="1350" b="1">
                <a:solidFill>
                  <a:srgbClr val="0A7C78"/>
                </a:solidFill>
                <a:latin typeface="IBM Plex Sans"/>
                <a:ea typeface="IBM Plex Sans"/>
                <a:cs typeface="IBM Plex Sans"/>
              </a:defRPr>
            </a:lvl7pPr>
            <a:lvl8pPr algn="l">
              <a:defRPr sz="1350" b="1">
                <a:solidFill>
                  <a:srgbClr val="0A7C78"/>
                </a:solidFill>
                <a:latin typeface="IBM Plex Sans"/>
                <a:ea typeface="IBM Plex Sans"/>
                <a:cs typeface="IBM Plex Sans"/>
              </a:defRPr>
            </a:lvl8pPr>
            <a:lvl9pPr algn="l">
              <a:defRPr sz="1350" b="1">
                <a:solidFill>
                  <a:srgbClr val="0A7C78"/>
                </a:solidFill>
                <a:latin typeface="IBM Plex Sans"/>
                <a:ea typeface="IBM Plex Sans"/>
                <a:cs typeface="IBM Plex Sans"/>
              </a:defRPr>
            </a:lvl9pPr>
          </a:lstStyle>
          <a:p xmlns:a="http://schemas.openxmlformats.org/drawingml/2006/main">
            <a:pPr algn="l">
              <a:defRPr sz="1350" b="1">
                <a:solidFill>
                  <a:srgbClr val="0A7C78"/>
                </a:solidFill>
                <a:latin typeface="IBM Plex Sans"/>
                <a:ea typeface="IBM Plex Sans"/>
                <a:cs typeface="IBM Plex Sans"/>
              </a:defRPr>
            </a:pPr>
            <a:r>
              <a:rPr sz="1350" b="1">
                <a:solidFill>
                  <a:srgbClr val="0A7C78"/>
                </a:solidFill>
                <a:latin typeface="IBM Plex Sans"/>
                <a:ea typeface="IBM Plex Sans"/>
                <a:cs typeface="IBM Plex Sans"/>
              </a:rPr>
              <a:t>For the demo</a:t>
            </a:r>
          </a:p>
        </p:txBody>
      </p:sp>
      <p:sp>
        <p:nvSpPr>
          <p:cNvPr id="22" name="">
            <a:extLst xmlns:a="http://schemas.openxmlformats.org/drawingml/2006/main">
              <a:ext uri="{FF2B5EF4-FFF2-40B4-BE49-F238E27FC236}">
                <a16:creationId xmlns:a16="http://schemas.microsoft.com/office/drawing/2014/main" id="{B743CB5C-30E2-46F0-8C44-0959816B20BD}"/>
              </a:ext>
            </a:extLst>
          </p:cNvPr>
          <p:cNvSpPr>
            <a:spLocks xmlns:a="http://schemas.openxmlformats.org/drawingml/2006/main" noGrp="1"/>
          </p:cNvSpPr>
          <p:nvPr/>
        </p:nvSpPr>
        <p:spPr>
          <a:xfrm xmlns:a="http://schemas.openxmlformats.org/drawingml/2006/main">
            <a:off x="723900" y="48482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10201D"/>
                </a:solidFill>
                <a:latin typeface="IBM Plex Sans"/>
                <a:ea typeface="IBM Plex Sans"/>
                <a:cs typeface="IBM Plex Sans"/>
              </a:defRPr>
            </a:defPPr>
            <a:lvl1pPr algn="l">
              <a:defRPr sz="1425" b="0">
                <a:solidFill>
                  <a:srgbClr val="10201D"/>
                </a:solidFill>
                <a:latin typeface="IBM Plex Sans"/>
                <a:ea typeface="IBM Plex Sans"/>
                <a:cs typeface="IBM Plex Sans"/>
              </a:defRPr>
            </a:lvl1pPr>
            <a:lvl2pPr algn="l">
              <a:defRPr sz="1425" b="0">
                <a:solidFill>
                  <a:srgbClr val="10201D"/>
                </a:solidFill>
                <a:latin typeface="IBM Plex Sans"/>
                <a:ea typeface="IBM Plex Sans"/>
                <a:cs typeface="IBM Plex Sans"/>
              </a:defRPr>
            </a:lvl2pPr>
            <a:lvl3pPr algn="l">
              <a:defRPr sz="1425" b="0">
                <a:solidFill>
                  <a:srgbClr val="10201D"/>
                </a:solidFill>
                <a:latin typeface="IBM Plex Sans"/>
                <a:ea typeface="IBM Plex Sans"/>
                <a:cs typeface="IBM Plex Sans"/>
              </a:defRPr>
            </a:lvl3pPr>
            <a:lvl4pPr algn="l">
              <a:defRPr sz="1425" b="0">
                <a:solidFill>
                  <a:srgbClr val="10201D"/>
                </a:solidFill>
                <a:latin typeface="IBM Plex Sans"/>
                <a:ea typeface="IBM Plex Sans"/>
                <a:cs typeface="IBM Plex Sans"/>
              </a:defRPr>
            </a:lvl4pPr>
            <a:lvl5pPr algn="l">
              <a:defRPr sz="1425" b="0">
                <a:solidFill>
                  <a:srgbClr val="10201D"/>
                </a:solidFill>
                <a:latin typeface="IBM Plex Sans"/>
                <a:ea typeface="IBM Plex Sans"/>
                <a:cs typeface="IBM Plex Sans"/>
              </a:defRPr>
            </a:lvl5pPr>
            <a:lvl6pPr algn="l">
              <a:defRPr sz="1425" b="0">
                <a:solidFill>
                  <a:srgbClr val="10201D"/>
                </a:solidFill>
                <a:latin typeface="IBM Plex Sans"/>
                <a:ea typeface="IBM Plex Sans"/>
                <a:cs typeface="IBM Plex Sans"/>
              </a:defRPr>
            </a:lvl6pPr>
            <a:lvl7pPr algn="l">
              <a:defRPr sz="1425" b="0">
                <a:solidFill>
                  <a:srgbClr val="10201D"/>
                </a:solidFill>
                <a:latin typeface="IBM Plex Sans"/>
                <a:ea typeface="IBM Plex Sans"/>
                <a:cs typeface="IBM Plex Sans"/>
              </a:defRPr>
            </a:lvl7pPr>
            <a:lvl8pPr algn="l">
              <a:defRPr sz="1425" b="0">
                <a:solidFill>
                  <a:srgbClr val="10201D"/>
                </a:solidFill>
                <a:latin typeface="IBM Plex Sans"/>
                <a:ea typeface="IBM Plex Sans"/>
                <a:cs typeface="IBM Plex Sans"/>
              </a:defRPr>
            </a:lvl8pPr>
            <a:lvl9pPr algn="l">
              <a:defRPr sz="1425" b="0">
                <a:solidFill>
                  <a:srgbClr val="10201D"/>
                </a:solidFill>
                <a:latin typeface="IBM Plex Sans"/>
                <a:ea typeface="IBM Plex Sans"/>
                <a:cs typeface="IBM Plex Sans"/>
              </a:defRPr>
            </a:lvl9pPr>
          </a:lstStyle>
          <a:p xmlns:a="http://schemas.openxmlformats.org/drawingml/2006/main">
            <a:pPr algn="l">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Choose one workflow your shop actually uses. We can walk through its steps and confirm what configuration it needs.</a:t>
            </a:r>
          </a:p>
        </p:txBody>
      </p:sp>
    </p:spTree>
    <p:extLst>
      <p:ext uri="{BB962C8B-B14F-4D97-AF65-F5344CB8AC3E}">
        <p14:creationId xmlns:p14="http://schemas.microsoft.com/office/powerpoint/2010/main" val="1298736291"/>
      </p:ext>
    </p:extLst>
  </p:cSld>
</p:sld>
</file>

<file path=ppt/slides/slide12.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631666-85CA-4D79-98B8-3E9C2D9EDD01}"/>
              </a:ext>
            </a:extLst>
          </p:cNvPr>
          <p:cNvSpPr>
            <a:spLocks xmlns:a="http://schemas.openxmlformats.org/drawingml/2006/main" noGrp="1"/>
          </p:cNvSpPr>
          <p:nvPr/>
        </p:nvSpPr>
        <p:spPr>
          <a:xfrm xmlns:a="http://schemas.openxmlformats.org/drawingml/2006/main">
            <a:off x="504825" y="3333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defRPr sz="1050" b="1">
                <a:solidFill>
                  <a:srgbClr val="0A7C78"/>
                </a:solidFill>
                <a:latin typeface="IBM Plex Sans"/>
                <a:ea typeface="IBM Plex Sans"/>
                <a:cs typeface="IBM Plex Sans"/>
              </a:defRPr>
            </a:lvl1pPr>
            <a:lvl2pPr algn="l">
              <a:defRPr sz="1050" b="1">
                <a:solidFill>
                  <a:srgbClr val="0A7C78"/>
                </a:solidFill>
                <a:latin typeface="IBM Plex Sans"/>
                <a:ea typeface="IBM Plex Sans"/>
                <a:cs typeface="IBM Plex Sans"/>
              </a:defRPr>
            </a:lvl2pPr>
            <a:lvl3pPr algn="l">
              <a:defRPr sz="1050" b="1">
                <a:solidFill>
                  <a:srgbClr val="0A7C78"/>
                </a:solidFill>
                <a:latin typeface="IBM Plex Sans"/>
                <a:ea typeface="IBM Plex Sans"/>
                <a:cs typeface="IBM Plex Sans"/>
              </a:defRPr>
            </a:lvl3pPr>
            <a:lvl4pPr algn="l">
              <a:defRPr sz="1050" b="1">
                <a:solidFill>
                  <a:srgbClr val="0A7C78"/>
                </a:solidFill>
                <a:latin typeface="IBM Plex Sans"/>
                <a:ea typeface="IBM Plex Sans"/>
                <a:cs typeface="IBM Plex Sans"/>
              </a:defRPr>
            </a:lvl4pPr>
            <a:lvl5pPr algn="l">
              <a:defRPr sz="1050" b="1">
                <a:solidFill>
                  <a:srgbClr val="0A7C78"/>
                </a:solidFill>
                <a:latin typeface="IBM Plex Sans"/>
                <a:ea typeface="IBM Plex Sans"/>
                <a:cs typeface="IBM Plex Sans"/>
              </a:defRPr>
            </a:lvl5pPr>
            <a:lvl6pPr algn="l">
              <a:defRPr sz="1050" b="1">
                <a:solidFill>
                  <a:srgbClr val="0A7C78"/>
                </a:solidFill>
                <a:latin typeface="IBM Plex Sans"/>
                <a:ea typeface="IBM Plex Sans"/>
                <a:cs typeface="IBM Plex Sans"/>
              </a:defRPr>
            </a:lvl6pPr>
            <a:lvl7pPr algn="l">
              <a:defRPr sz="1050" b="1">
                <a:solidFill>
                  <a:srgbClr val="0A7C78"/>
                </a:solidFill>
                <a:latin typeface="IBM Plex Sans"/>
                <a:ea typeface="IBM Plex Sans"/>
                <a:cs typeface="IBM Plex Sans"/>
              </a:defRPr>
            </a:lvl7pPr>
            <a:lvl8pPr algn="l">
              <a:defRPr sz="1050" b="1">
                <a:solidFill>
                  <a:srgbClr val="0A7C78"/>
                </a:solidFill>
                <a:latin typeface="IBM Plex Sans"/>
                <a:ea typeface="IBM Plex Sans"/>
                <a:cs typeface="IBM Plex Sans"/>
              </a:defRPr>
            </a:lvl8pPr>
            <a:lvl9pPr algn="l">
              <a:defRPr sz="1050" b="1">
                <a:solidFill>
                  <a:srgbClr val="0A7C78"/>
                </a:solidFill>
                <a:latin typeface="IBM Plex Sans"/>
                <a:ea typeface="IBM Plex Sans"/>
                <a:cs typeface="IBM Plex Sans"/>
              </a:defRPr>
            </a:lvl9pPr>
          </a:lstStyle>
          <a:p xmlns:a="http://schemas.openxmlformats.org/drawingml/2006/main">
            <a:pPr algn="l">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CONTINUITY AND TRAINING</a:t>
            </a:r>
          </a:p>
        </p:txBody>
      </p:sp>
      <p:sp>
        <p:nvSpPr>
          <p:cNvPr id="2" name="">
            <a:extLst xmlns:a="http://schemas.openxmlformats.org/drawingml/2006/main">
              <a:ext uri="{FF2B5EF4-FFF2-40B4-BE49-F238E27FC236}">
                <a16:creationId xmlns:a16="http://schemas.microsoft.com/office/drawing/2014/main" id="{1586373F-62D6-4BFB-87C6-ACCA9DBFBF13}"/>
              </a:ext>
            </a:extLst>
          </p:cNvPr>
          <p:cNvSpPr>
            <a:spLocks xmlns:a="http://schemas.openxmlformats.org/drawingml/2006/main" noGrp="1"/>
          </p:cNvSpPr>
          <p:nvPr/>
        </p:nvSpPr>
        <p:spPr>
          <a:xfrm xmlns:a="http://schemas.openxmlformats.org/drawingml/2006/main">
            <a:off x="504825" y="628650"/>
            <a:ext cx="11191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defRPr sz="2850" b="1">
                <a:solidFill>
                  <a:srgbClr val="10201D"/>
                </a:solidFill>
                <a:latin typeface="Sora Bold"/>
                <a:ea typeface="Sora Bold"/>
                <a:cs typeface="Sora Bold"/>
              </a:defRPr>
            </a:lvl1pPr>
            <a:lvl2pPr algn="l">
              <a:defRPr sz="2850" b="1">
                <a:solidFill>
                  <a:srgbClr val="10201D"/>
                </a:solidFill>
                <a:latin typeface="Sora Bold"/>
                <a:ea typeface="Sora Bold"/>
                <a:cs typeface="Sora Bold"/>
              </a:defRPr>
            </a:lvl2pPr>
            <a:lvl3pPr algn="l">
              <a:defRPr sz="2850" b="1">
                <a:solidFill>
                  <a:srgbClr val="10201D"/>
                </a:solidFill>
                <a:latin typeface="Sora Bold"/>
                <a:ea typeface="Sora Bold"/>
                <a:cs typeface="Sora Bold"/>
              </a:defRPr>
            </a:lvl3pPr>
            <a:lvl4pPr algn="l">
              <a:defRPr sz="2850" b="1">
                <a:solidFill>
                  <a:srgbClr val="10201D"/>
                </a:solidFill>
                <a:latin typeface="Sora Bold"/>
                <a:ea typeface="Sora Bold"/>
                <a:cs typeface="Sora Bold"/>
              </a:defRPr>
            </a:lvl4pPr>
            <a:lvl5pPr algn="l">
              <a:defRPr sz="2850" b="1">
                <a:solidFill>
                  <a:srgbClr val="10201D"/>
                </a:solidFill>
                <a:latin typeface="Sora Bold"/>
                <a:ea typeface="Sora Bold"/>
                <a:cs typeface="Sora Bold"/>
              </a:defRPr>
            </a:lvl5pPr>
            <a:lvl6pPr algn="l">
              <a:defRPr sz="2850" b="1">
                <a:solidFill>
                  <a:srgbClr val="10201D"/>
                </a:solidFill>
                <a:latin typeface="Sora Bold"/>
                <a:ea typeface="Sora Bold"/>
                <a:cs typeface="Sora Bold"/>
              </a:defRPr>
            </a:lvl6pPr>
            <a:lvl7pPr algn="l">
              <a:defRPr sz="2850" b="1">
                <a:solidFill>
                  <a:srgbClr val="10201D"/>
                </a:solidFill>
                <a:latin typeface="Sora Bold"/>
                <a:ea typeface="Sora Bold"/>
                <a:cs typeface="Sora Bold"/>
              </a:defRPr>
            </a:lvl7pPr>
            <a:lvl8pPr algn="l">
              <a:defRPr sz="2850" b="1">
                <a:solidFill>
                  <a:srgbClr val="10201D"/>
                </a:solidFill>
                <a:latin typeface="Sora Bold"/>
                <a:ea typeface="Sora Bold"/>
                <a:cs typeface="Sora Bold"/>
              </a:defRPr>
            </a:lvl8pPr>
            <a:lvl9pPr algn="l">
              <a:defRPr sz="2850" b="1">
                <a:solidFill>
                  <a:srgbClr val="10201D"/>
                </a:solidFill>
                <a:latin typeface="Sora Bold"/>
                <a:ea typeface="Sora Bold"/>
                <a:cs typeface="Sora Bold"/>
              </a:defRPr>
            </a:lvl9pPr>
          </a:lstStyle>
          <a:p xmlns:a="http://schemas.openxmlformats.org/drawingml/2006/main">
            <a:pPr algn="l">
              <a:defRPr sz="2850" b="1">
                <a:solidFill>
                  <a:srgbClr val="10201D"/>
                </a:solidFill>
                <a:latin typeface="Sora Bold"/>
                <a:ea typeface="Sora Bold"/>
                <a:cs typeface="Sora Bold"/>
              </a:defRPr>
            </a:pPr>
            <a:r>
              <a:rPr sz="2850" b="1">
                <a:solidFill>
                  <a:srgbClr val="10201D"/>
                </a:solidFill>
                <a:latin typeface="Sora Bold"/>
                <a:ea typeface="Sora Bold"/>
                <a:cs typeface="Sora Bold"/>
              </a:rPr>
              <a:t>A practical way to prepare for interruptions</a:t>
            </a:r>
          </a:p>
        </p:txBody>
      </p:sp>
      <p:sp>
        <p:nvSpPr>
          <p:cNvPr id="3" name="">
            <a:extLst xmlns:a="http://schemas.openxmlformats.org/drawingml/2006/main">
              <a:ext uri="{FF2B5EF4-FFF2-40B4-BE49-F238E27FC236}">
                <a16:creationId xmlns:a16="http://schemas.microsoft.com/office/drawing/2014/main" id="{51F6CB65-92C4-4BF2-83EF-40C6F5EAD436}"/>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defRPr sz="1575" b="0">
                <a:solidFill>
                  <a:srgbClr val="10201D"/>
                </a:solidFill>
                <a:latin typeface="IBM Plex Sans"/>
                <a:ea typeface="IBM Plex Sans"/>
                <a:cs typeface="IBM Plex Sans"/>
              </a:defRPr>
            </a:lvl1pPr>
            <a:lvl2pPr algn="l">
              <a:defRPr sz="1575" b="0">
                <a:solidFill>
                  <a:srgbClr val="10201D"/>
                </a:solidFill>
                <a:latin typeface="IBM Plex Sans"/>
                <a:ea typeface="IBM Plex Sans"/>
                <a:cs typeface="IBM Plex Sans"/>
              </a:defRPr>
            </a:lvl2pPr>
            <a:lvl3pPr algn="l">
              <a:defRPr sz="1575" b="0">
                <a:solidFill>
                  <a:srgbClr val="10201D"/>
                </a:solidFill>
                <a:latin typeface="IBM Plex Sans"/>
                <a:ea typeface="IBM Plex Sans"/>
                <a:cs typeface="IBM Plex Sans"/>
              </a:defRPr>
            </a:lvl3pPr>
            <a:lvl4pPr algn="l">
              <a:defRPr sz="1575" b="0">
                <a:solidFill>
                  <a:srgbClr val="10201D"/>
                </a:solidFill>
                <a:latin typeface="IBM Plex Sans"/>
                <a:ea typeface="IBM Plex Sans"/>
                <a:cs typeface="IBM Plex Sans"/>
              </a:defRPr>
            </a:lvl4pPr>
            <a:lvl5pPr algn="l">
              <a:defRPr sz="1575" b="0">
                <a:solidFill>
                  <a:srgbClr val="10201D"/>
                </a:solidFill>
                <a:latin typeface="IBM Plex Sans"/>
                <a:ea typeface="IBM Plex Sans"/>
                <a:cs typeface="IBM Plex Sans"/>
              </a:defRPr>
            </a:lvl5pPr>
            <a:lvl6pPr algn="l">
              <a:defRPr sz="1575" b="0">
                <a:solidFill>
                  <a:srgbClr val="10201D"/>
                </a:solidFill>
                <a:latin typeface="IBM Plex Sans"/>
                <a:ea typeface="IBM Plex Sans"/>
                <a:cs typeface="IBM Plex Sans"/>
              </a:defRPr>
            </a:lvl6pPr>
            <a:lvl7pPr algn="l">
              <a:defRPr sz="1575" b="0">
                <a:solidFill>
                  <a:srgbClr val="10201D"/>
                </a:solidFill>
                <a:latin typeface="IBM Plex Sans"/>
                <a:ea typeface="IBM Plex Sans"/>
                <a:cs typeface="IBM Plex Sans"/>
              </a:defRPr>
            </a:lvl7pPr>
            <a:lvl8pPr algn="l">
              <a:defRPr sz="1575" b="0">
                <a:solidFill>
                  <a:srgbClr val="10201D"/>
                </a:solidFill>
                <a:latin typeface="IBM Plex Sans"/>
                <a:ea typeface="IBM Plex Sans"/>
                <a:cs typeface="IBM Plex Sans"/>
              </a:defRPr>
            </a:lvl8pPr>
            <a:lvl9pPr algn="l">
              <a:defRPr sz="1575" b="0">
                <a:solidFill>
                  <a:srgbClr val="10201D"/>
                </a:solidFill>
                <a:latin typeface="IBM Plex Sans"/>
                <a:ea typeface="IBM Plex Sans"/>
                <a:cs typeface="IBM Plex Sans"/>
              </a:defRPr>
            </a:lvl9pPr>
          </a:lstStyle>
          <a:p xmlns:a="http://schemas.openxmlformats.org/drawingml/2006/main">
            <a:pPr algn="l">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MediShop includes a limited offline billing workflow and an isolated practice mode for learning the system.</a:t>
            </a:r>
          </a:p>
        </p:txBody>
      </p:sp>
      <p:sp>
        <p:nvSpPr>
          <p:cNvPr id="4" name="">
            <a:extLst xmlns:a="http://schemas.openxmlformats.org/drawingml/2006/main">
              <a:ext uri="{FF2B5EF4-FFF2-40B4-BE49-F238E27FC236}">
                <a16:creationId xmlns:a16="http://schemas.microsoft.com/office/drawing/2014/main" id="{68A7F37A-4D85-4534-A6BB-DD56296F2077}"/>
              </a:ext>
            </a:extLst>
          </p:cNvPr>
          <p:cNvSpPr>
            <a:spLocks xmlns:a="http://schemas.openxmlformats.org/drawingml/2006/main" noGrp="1"/>
          </p:cNvSpPr>
          <p:nvPr/>
        </p:nvSpPr>
        <p:spPr>
          <a:xfrm xmlns:a="http://schemas.openxmlformats.org/drawingml/2006/main">
            <a:off x="504825" y="2171700"/>
            <a:ext cx="5286375" cy="2714625"/>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11430">
            <a:solidFill>
              <a:srgbClr val="CBD4CE"/>
            </a:solidFill>
            <a:prstDash val="solid"/>
          </a:ln>
        </p:spPr>
      </p:sp>
      <p:sp>
        <p:nvSpPr>
          <p:cNvPr id="5" name="">
            <a:extLst xmlns:a="http://schemas.openxmlformats.org/drawingml/2006/main">
              <a:ext uri="{FF2B5EF4-FFF2-40B4-BE49-F238E27FC236}">
                <a16:creationId xmlns:a16="http://schemas.microsoft.com/office/drawing/2014/main" id="{93119762-1F95-4AA4-AFAB-821716F5DD90}"/>
              </a:ext>
            </a:extLst>
          </p:cNvPr>
          <p:cNvSpPr>
            <a:spLocks xmlns:a="http://schemas.openxmlformats.org/drawingml/2006/main" noGrp="1"/>
          </p:cNvSpPr>
          <p:nvPr/>
        </p:nvSpPr>
        <p:spPr>
          <a:xfrm xmlns:a="http://schemas.openxmlformats.org/drawingml/2006/main">
            <a:off x="714375" y="2381250"/>
            <a:ext cx="76200" cy="400050"/>
          </a:xfrm>
          <a:prstGeom xmlns:a="http://schemas.openxmlformats.org/drawingml/2006/main" prst="roundRect">
            <a:avLst>
              <a:gd name="adj" fmla="val 50000"/>
            </a:avLst>
          </a:prstGeom>
          <a:solidFill xmlns:a="http://schemas.openxmlformats.org/drawingml/2006/main">
            <a:srgbClr val="F26A3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E4B5E8-2796-4E84-8F1B-EF101C7ED108}"/>
              </a:ext>
            </a:extLst>
          </p:cNvPr>
          <p:cNvSpPr>
            <a:spLocks xmlns:a="http://schemas.openxmlformats.org/drawingml/2006/main" noGrp="1"/>
          </p:cNvSpPr>
          <p:nvPr/>
        </p:nvSpPr>
        <p:spPr>
          <a:xfrm xmlns:a="http://schemas.openxmlformats.org/drawingml/2006/main">
            <a:off x="923925" y="2362200"/>
            <a:ext cx="46767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Limited offline billing</a:t>
            </a:r>
          </a:p>
        </p:txBody>
      </p:sp>
      <p:sp>
        <p:nvSpPr>
          <p:cNvPr id="7" name="">
            <a:extLst xmlns:a="http://schemas.openxmlformats.org/drawingml/2006/main">
              <a:ext uri="{FF2B5EF4-FFF2-40B4-BE49-F238E27FC236}">
                <a16:creationId xmlns:a16="http://schemas.microsoft.com/office/drawing/2014/main" id="{ABE9531E-D615-4CD4-A406-18FAAC17DEA0}"/>
              </a:ext>
            </a:extLst>
          </p:cNvPr>
          <p:cNvSpPr>
            <a:spLocks xmlns:a="http://schemas.openxmlformats.org/drawingml/2006/main" noGrp="1"/>
          </p:cNvSpPr>
          <p:nvPr/>
        </p:nvSpPr>
        <p:spPr>
          <a:xfrm xmlns:a="http://schemas.openxmlformats.org/drawingml/2006/main">
            <a:off x="733425" y="2857500"/>
            <a:ext cx="4829175"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Cash walk-in sales can be recorded from stock reserved on that device. The receipt is provisional; the final invoice is allocated after the device reconnects and synchronises.</a:t>
            </a:r>
          </a:p>
        </p:txBody>
      </p:sp>
      <p:sp>
        <p:nvSpPr>
          <p:cNvPr id="8" name="">
            <a:extLst xmlns:a="http://schemas.openxmlformats.org/drawingml/2006/main">
              <a:ext uri="{FF2B5EF4-FFF2-40B4-BE49-F238E27FC236}">
                <a16:creationId xmlns:a16="http://schemas.microsoft.com/office/drawing/2014/main" id="{64606A24-E49C-4397-9541-15119937B9F1}"/>
              </a:ext>
            </a:extLst>
          </p:cNvPr>
          <p:cNvSpPr>
            <a:spLocks xmlns:a="http://schemas.openxmlformats.org/drawingml/2006/main" noGrp="1"/>
          </p:cNvSpPr>
          <p:nvPr/>
        </p:nvSpPr>
        <p:spPr>
          <a:xfrm xmlns:a="http://schemas.openxmlformats.org/drawingml/2006/main">
            <a:off x="6096000" y="2171700"/>
            <a:ext cx="5591175" cy="2714625"/>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11430">
            <a:solidFill>
              <a:srgbClr val="CBD4CE"/>
            </a:solidFill>
            <a:prstDash val="solid"/>
          </a:ln>
        </p:spPr>
      </p:sp>
      <p:sp>
        <p:nvSpPr>
          <p:cNvPr id="9" name="">
            <a:extLst xmlns:a="http://schemas.openxmlformats.org/drawingml/2006/main">
              <a:ext uri="{FF2B5EF4-FFF2-40B4-BE49-F238E27FC236}">
                <a16:creationId xmlns:a16="http://schemas.microsoft.com/office/drawing/2014/main" id="{E72CF6D5-D394-4595-8AD9-1B3AFAA8F713}"/>
              </a:ext>
            </a:extLst>
          </p:cNvPr>
          <p:cNvSpPr>
            <a:spLocks xmlns:a="http://schemas.openxmlformats.org/drawingml/2006/main" noGrp="1"/>
          </p:cNvSpPr>
          <p:nvPr/>
        </p:nvSpPr>
        <p:spPr>
          <a:xfrm xmlns:a="http://schemas.openxmlformats.org/drawingml/2006/main">
            <a:off x="6305550" y="2381250"/>
            <a:ext cx="76200" cy="400050"/>
          </a:xfrm>
          <a:prstGeom xmlns:a="http://schemas.openxmlformats.org/drawingml/2006/main" prst="roundRect">
            <a:avLst>
              <a:gd name="adj" fmla="val 50000"/>
            </a:avLst>
          </a:prstGeom>
          <a:solidFill xmlns:a="http://schemas.openxmlformats.org/drawingml/2006/main">
            <a:srgbClr val="0A7C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D796F6-F940-4784-8A8A-8F03B561F14A}"/>
              </a:ext>
            </a:extLst>
          </p:cNvPr>
          <p:cNvSpPr>
            <a:spLocks xmlns:a="http://schemas.openxmlformats.org/drawingml/2006/main" noGrp="1"/>
          </p:cNvSpPr>
          <p:nvPr/>
        </p:nvSpPr>
        <p:spPr>
          <a:xfrm xmlns:a="http://schemas.openxmlformats.org/drawingml/2006/main">
            <a:off x="6515100" y="2362200"/>
            <a:ext cx="498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0201D"/>
                </a:solidFill>
                <a:latin typeface="IBM Plex Sans"/>
                <a:ea typeface="IBM Plex Sans"/>
                <a:cs typeface="IBM Plex Sans"/>
              </a:defRPr>
            </a:defPPr>
            <a:lvl1pPr algn="l">
              <a:defRPr sz="1650" b="1">
                <a:solidFill>
                  <a:srgbClr val="10201D"/>
                </a:solidFill>
                <a:latin typeface="IBM Plex Sans"/>
                <a:ea typeface="IBM Plex Sans"/>
                <a:cs typeface="IBM Plex Sans"/>
              </a:defRPr>
            </a:lvl1pPr>
            <a:lvl2pPr algn="l">
              <a:defRPr sz="1650" b="1">
                <a:solidFill>
                  <a:srgbClr val="10201D"/>
                </a:solidFill>
                <a:latin typeface="IBM Plex Sans"/>
                <a:ea typeface="IBM Plex Sans"/>
                <a:cs typeface="IBM Plex Sans"/>
              </a:defRPr>
            </a:lvl2pPr>
            <a:lvl3pPr algn="l">
              <a:defRPr sz="1650" b="1">
                <a:solidFill>
                  <a:srgbClr val="10201D"/>
                </a:solidFill>
                <a:latin typeface="IBM Plex Sans"/>
                <a:ea typeface="IBM Plex Sans"/>
                <a:cs typeface="IBM Plex Sans"/>
              </a:defRPr>
            </a:lvl3pPr>
            <a:lvl4pPr algn="l">
              <a:defRPr sz="1650" b="1">
                <a:solidFill>
                  <a:srgbClr val="10201D"/>
                </a:solidFill>
                <a:latin typeface="IBM Plex Sans"/>
                <a:ea typeface="IBM Plex Sans"/>
                <a:cs typeface="IBM Plex Sans"/>
              </a:defRPr>
            </a:lvl4pPr>
            <a:lvl5pPr algn="l">
              <a:defRPr sz="1650" b="1">
                <a:solidFill>
                  <a:srgbClr val="10201D"/>
                </a:solidFill>
                <a:latin typeface="IBM Plex Sans"/>
                <a:ea typeface="IBM Plex Sans"/>
                <a:cs typeface="IBM Plex Sans"/>
              </a:defRPr>
            </a:lvl5pPr>
            <a:lvl6pPr algn="l">
              <a:defRPr sz="1650" b="1">
                <a:solidFill>
                  <a:srgbClr val="10201D"/>
                </a:solidFill>
                <a:latin typeface="IBM Plex Sans"/>
                <a:ea typeface="IBM Plex Sans"/>
                <a:cs typeface="IBM Plex Sans"/>
              </a:defRPr>
            </a:lvl6pPr>
            <a:lvl7pPr algn="l">
              <a:defRPr sz="1650" b="1">
                <a:solidFill>
                  <a:srgbClr val="10201D"/>
                </a:solidFill>
                <a:latin typeface="IBM Plex Sans"/>
                <a:ea typeface="IBM Plex Sans"/>
                <a:cs typeface="IBM Plex Sans"/>
              </a:defRPr>
            </a:lvl7pPr>
            <a:lvl8pPr algn="l">
              <a:defRPr sz="1650" b="1">
                <a:solidFill>
                  <a:srgbClr val="10201D"/>
                </a:solidFill>
                <a:latin typeface="IBM Plex Sans"/>
                <a:ea typeface="IBM Plex Sans"/>
                <a:cs typeface="IBM Plex Sans"/>
              </a:defRPr>
            </a:lvl8pPr>
            <a:lvl9pPr algn="l">
              <a:defRPr sz="1650" b="1">
                <a:solidFill>
                  <a:srgbClr val="10201D"/>
                </a:solidFill>
                <a:latin typeface="IBM Plex Sans"/>
                <a:ea typeface="IBM Plex Sans"/>
                <a:cs typeface="IBM Plex Sans"/>
              </a:defRPr>
            </a:lvl9pPr>
          </a:lstStyle>
          <a:p xmlns:a="http://schemas.openxmlformats.org/drawingml/2006/main">
            <a:pPr algn="l">
              <a:defRPr sz="1650" b="1">
                <a:solidFill>
                  <a:srgbClr val="10201D"/>
                </a:solidFill>
                <a:latin typeface="IBM Plex Sans"/>
                <a:ea typeface="IBM Plex Sans"/>
                <a:cs typeface="IBM Plex Sans"/>
              </a:defRPr>
            </a:pPr>
            <a:r>
              <a:rPr sz="1650" b="1">
                <a:solidFill>
                  <a:srgbClr val="10201D"/>
                </a:solidFill>
                <a:latin typeface="IBM Plex Sans"/>
                <a:ea typeface="IBM Plex Sans"/>
                <a:cs typeface="IBM Plex Sans"/>
              </a:rPr>
              <a:t>Practice before live work</a:t>
            </a:r>
          </a:p>
        </p:txBody>
      </p:sp>
      <p:sp>
        <p:nvSpPr>
          <p:cNvPr id="11" name="">
            <a:extLst xmlns:a="http://schemas.openxmlformats.org/drawingml/2006/main">
              <a:ext uri="{FF2B5EF4-FFF2-40B4-BE49-F238E27FC236}">
                <a16:creationId xmlns:a16="http://schemas.microsoft.com/office/drawing/2014/main" id="{0CD073D3-2488-429B-A294-E75EFBEE85AF}"/>
              </a:ext>
            </a:extLst>
          </p:cNvPr>
          <p:cNvSpPr>
            <a:spLocks xmlns:a="http://schemas.openxmlformats.org/drawingml/2006/main" noGrp="1"/>
          </p:cNvSpPr>
          <p:nvPr/>
        </p:nvSpPr>
        <p:spPr>
          <a:xfrm xmlns:a="http://schemas.openxmlformats.org/drawingml/2006/main">
            <a:off x="6324600" y="2857500"/>
            <a:ext cx="5133975"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0201D"/>
                </a:solidFill>
                <a:latin typeface="IBM Plex Sans"/>
                <a:ea typeface="IBM Plex Sans"/>
                <a:cs typeface="IBM Plex Sans"/>
              </a:defRPr>
            </a:defPPr>
            <a:lvl1pPr algn="l">
              <a:defRPr sz="1350" b="0">
                <a:solidFill>
                  <a:srgbClr val="10201D"/>
                </a:solidFill>
                <a:latin typeface="IBM Plex Sans"/>
                <a:ea typeface="IBM Plex Sans"/>
                <a:cs typeface="IBM Plex Sans"/>
              </a:defRPr>
            </a:lvl1pPr>
            <a:lvl2pPr algn="l">
              <a:defRPr sz="1350" b="0">
                <a:solidFill>
                  <a:srgbClr val="10201D"/>
                </a:solidFill>
                <a:latin typeface="IBM Plex Sans"/>
                <a:ea typeface="IBM Plex Sans"/>
                <a:cs typeface="IBM Plex Sans"/>
              </a:defRPr>
            </a:lvl2pPr>
            <a:lvl3pPr algn="l">
              <a:defRPr sz="1350" b="0">
                <a:solidFill>
                  <a:srgbClr val="10201D"/>
                </a:solidFill>
                <a:latin typeface="IBM Plex Sans"/>
                <a:ea typeface="IBM Plex Sans"/>
                <a:cs typeface="IBM Plex Sans"/>
              </a:defRPr>
            </a:lvl3pPr>
            <a:lvl4pPr algn="l">
              <a:defRPr sz="1350" b="0">
                <a:solidFill>
                  <a:srgbClr val="10201D"/>
                </a:solidFill>
                <a:latin typeface="IBM Plex Sans"/>
                <a:ea typeface="IBM Plex Sans"/>
                <a:cs typeface="IBM Plex Sans"/>
              </a:defRPr>
            </a:lvl4pPr>
            <a:lvl5pPr algn="l">
              <a:defRPr sz="1350" b="0">
                <a:solidFill>
                  <a:srgbClr val="10201D"/>
                </a:solidFill>
                <a:latin typeface="IBM Plex Sans"/>
                <a:ea typeface="IBM Plex Sans"/>
                <a:cs typeface="IBM Plex Sans"/>
              </a:defRPr>
            </a:lvl5pPr>
            <a:lvl6pPr algn="l">
              <a:defRPr sz="1350" b="0">
                <a:solidFill>
                  <a:srgbClr val="10201D"/>
                </a:solidFill>
                <a:latin typeface="IBM Plex Sans"/>
                <a:ea typeface="IBM Plex Sans"/>
                <a:cs typeface="IBM Plex Sans"/>
              </a:defRPr>
            </a:lvl6pPr>
            <a:lvl7pPr algn="l">
              <a:defRPr sz="1350" b="0">
                <a:solidFill>
                  <a:srgbClr val="10201D"/>
                </a:solidFill>
                <a:latin typeface="IBM Plex Sans"/>
                <a:ea typeface="IBM Plex Sans"/>
                <a:cs typeface="IBM Plex Sans"/>
              </a:defRPr>
            </a:lvl7pPr>
            <a:lvl8pPr algn="l">
              <a:defRPr sz="1350" b="0">
                <a:solidFill>
                  <a:srgbClr val="10201D"/>
                </a:solidFill>
                <a:latin typeface="IBM Plex Sans"/>
                <a:ea typeface="IBM Plex Sans"/>
                <a:cs typeface="IBM Plex Sans"/>
              </a:defRPr>
            </a:lvl8pPr>
            <a:lvl9pPr algn="l">
              <a:defRPr sz="1350" b="0">
                <a:solidFill>
                  <a:srgbClr val="10201D"/>
                </a:solidFill>
                <a:latin typeface="IBM Plex Sans"/>
                <a:ea typeface="IBM Plex Sans"/>
                <a:cs typeface="IBM Plex Sans"/>
              </a:defRPr>
            </a:lvl9pPr>
          </a:lstStyle>
          <a:p xmlns:a="http://schemas.openxmlformats.org/drawingml/2006/main">
            <a:pPr algn="l">
              <a:defRPr sz="1350" b="0">
                <a:solidFill>
                  <a:srgbClr val="10201D"/>
                </a:solidFill>
                <a:latin typeface="IBM Plex Sans"/>
                <a:ea typeface="IBM Plex Sans"/>
                <a:cs typeface="IBM Plex Sans"/>
              </a:defRPr>
            </a:pPr>
            <a:r>
              <a:rPr sz="1350" b="0">
                <a:solidFill>
                  <a:srgbClr val="10201D"/>
                </a:solidFill>
                <a:latin typeface="IBM Plex Sans"/>
                <a:ea typeface="IBM Plex Sans"/>
                <a:cs typeface="IBM Plex Sans"/>
              </a:rPr>
              <a:t>Use practice mode to familiarise staff with common screens and steps before handling real shop records. Agree who will train, what will be practised and how the shop will switch to live use.</a:t>
            </a:r>
          </a:p>
        </p:txBody>
      </p:sp>
      <p:sp>
        <p:nvSpPr>
          <p:cNvPr id="12" name="">
            <a:extLst xmlns:a="http://schemas.openxmlformats.org/drawingml/2006/main">
              <a:ext uri="{FF2B5EF4-FFF2-40B4-BE49-F238E27FC236}">
                <a16:creationId xmlns:a16="http://schemas.microsoft.com/office/drawing/2014/main" id="{B953BFB6-5BC4-4100-BBEB-9ABE861F1F1D}"/>
              </a:ext>
            </a:extLst>
          </p:cNvPr>
          <p:cNvSpPr>
            <a:spLocks xmlns:a="http://schemas.openxmlformats.org/drawingml/2006/main" noGrp="1"/>
          </p:cNvSpPr>
          <p:nvPr/>
        </p:nvSpPr>
        <p:spPr>
          <a:xfrm xmlns:a="http://schemas.openxmlformats.org/drawingml/2006/main">
            <a:off x="504825" y="5257800"/>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5F6D68"/>
                </a:solidFill>
                <a:latin typeface="IBM Plex Sans"/>
                <a:ea typeface="IBM Plex Sans"/>
                <a:cs typeface="IBM Plex Sans"/>
              </a:defRPr>
            </a:defPPr>
            <a:lvl1pPr algn="l">
              <a:defRPr sz="1350" b="1">
                <a:solidFill>
                  <a:srgbClr val="5F6D68"/>
                </a:solidFill>
                <a:latin typeface="IBM Plex Sans"/>
                <a:ea typeface="IBM Plex Sans"/>
                <a:cs typeface="IBM Plex Sans"/>
              </a:defRPr>
            </a:lvl1pPr>
            <a:lvl2pPr algn="l">
              <a:defRPr sz="1350" b="1">
                <a:solidFill>
                  <a:srgbClr val="5F6D68"/>
                </a:solidFill>
                <a:latin typeface="IBM Plex Sans"/>
                <a:ea typeface="IBM Plex Sans"/>
                <a:cs typeface="IBM Plex Sans"/>
              </a:defRPr>
            </a:lvl2pPr>
            <a:lvl3pPr algn="l">
              <a:defRPr sz="1350" b="1">
                <a:solidFill>
                  <a:srgbClr val="5F6D68"/>
                </a:solidFill>
                <a:latin typeface="IBM Plex Sans"/>
                <a:ea typeface="IBM Plex Sans"/>
                <a:cs typeface="IBM Plex Sans"/>
              </a:defRPr>
            </a:lvl3pPr>
            <a:lvl4pPr algn="l">
              <a:defRPr sz="1350" b="1">
                <a:solidFill>
                  <a:srgbClr val="5F6D68"/>
                </a:solidFill>
                <a:latin typeface="IBM Plex Sans"/>
                <a:ea typeface="IBM Plex Sans"/>
                <a:cs typeface="IBM Plex Sans"/>
              </a:defRPr>
            </a:lvl4pPr>
            <a:lvl5pPr algn="l">
              <a:defRPr sz="1350" b="1">
                <a:solidFill>
                  <a:srgbClr val="5F6D68"/>
                </a:solidFill>
                <a:latin typeface="IBM Plex Sans"/>
                <a:ea typeface="IBM Plex Sans"/>
                <a:cs typeface="IBM Plex Sans"/>
              </a:defRPr>
            </a:lvl5pPr>
            <a:lvl6pPr algn="l">
              <a:defRPr sz="1350" b="1">
                <a:solidFill>
                  <a:srgbClr val="5F6D68"/>
                </a:solidFill>
                <a:latin typeface="IBM Plex Sans"/>
                <a:ea typeface="IBM Plex Sans"/>
                <a:cs typeface="IBM Plex Sans"/>
              </a:defRPr>
            </a:lvl6pPr>
            <a:lvl7pPr algn="l">
              <a:defRPr sz="1350" b="1">
                <a:solidFill>
                  <a:srgbClr val="5F6D68"/>
                </a:solidFill>
                <a:latin typeface="IBM Plex Sans"/>
                <a:ea typeface="IBM Plex Sans"/>
                <a:cs typeface="IBM Plex Sans"/>
              </a:defRPr>
            </a:lvl7pPr>
            <a:lvl8pPr algn="l">
              <a:defRPr sz="1350" b="1">
                <a:solidFill>
                  <a:srgbClr val="5F6D68"/>
                </a:solidFill>
                <a:latin typeface="IBM Plex Sans"/>
                <a:ea typeface="IBM Plex Sans"/>
                <a:cs typeface="IBM Plex Sans"/>
              </a:defRPr>
            </a:lvl8pPr>
            <a:lvl9pPr algn="l">
              <a:defRPr sz="1350" b="1">
                <a:solidFill>
                  <a:srgbClr val="5F6D68"/>
                </a:solidFill>
                <a:latin typeface="IBM Plex Sans"/>
                <a:ea typeface="IBM Plex Sans"/>
                <a:cs typeface="IBM Plex Sans"/>
              </a:defRPr>
            </a:lvl9pPr>
          </a:lstStyle>
          <a:p xmlns:a="http://schemas.openxmlformats.org/drawingml/2006/main">
            <a:pPr algn="l">
              <a:defRPr sz="1350" b="1">
                <a:solidFill>
                  <a:srgbClr val="5F6D68"/>
                </a:solidFill>
                <a:latin typeface="IBM Plex Sans"/>
                <a:ea typeface="IBM Plex Sans"/>
                <a:cs typeface="IBM Plex Sans"/>
              </a:defRPr>
            </a:pPr>
            <a:r>
              <a:rPr sz="1350" b="1">
                <a:solidFill>
                  <a:srgbClr val="5F6D68"/>
                </a:solidFill>
                <a:latin typeface="IBM Plex Sans"/>
                <a:ea typeface="IBM Plex Sans"/>
                <a:cs typeface="IBM Plex Sans"/>
              </a:rPr>
              <a:t>Offline mode does not cover every screen or every transaction type.</a:t>
            </a:r>
          </a:p>
        </p:txBody>
      </p:sp>
    </p:spTree>
    <p:extLst>
      <p:ext uri="{BB962C8B-B14F-4D97-AF65-F5344CB8AC3E}">
        <p14:creationId xmlns:p14="http://schemas.microsoft.com/office/powerpoint/2010/main" val="1403627342"/>
      </p:ext>
    </p:extLst>
  </p:cSld>
</p:sld>
</file>

<file path=ppt/slides/slide13.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30E8D57-3A32-487C-A769-A03228206E55}"/>
              </a:ext>
            </a:extLst>
          </p:cNvPr>
          <p:cNvSpPr>
            <a:spLocks xmlns:a="http://schemas.openxmlformats.org/drawingml/2006/main" noGrp="1"/>
          </p:cNvSpPr>
          <p:nvPr/>
        </p:nvSpPr>
        <p:spPr>
          <a:xfrm xmlns:a="http://schemas.openxmlformats.org/drawingml/2006/main">
            <a:off x="504825" y="3333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defRPr sz="1050" b="1">
                <a:solidFill>
                  <a:srgbClr val="0A7C78"/>
                </a:solidFill>
                <a:latin typeface="IBM Plex Sans"/>
                <a:ea typeface="IBM Plex Sans"/>
                <a:cs typeface="IBM Plex Sans"/>
              </a:defRPr>
            </a:lvl1pPr>
            <a:lvl2pPr algn="l">
              <a:defRPr sz="1050" b="1">
                <a:solidFill>
                  <a:srgbClr val="0A7C78"/>
                </a:solidFill>
                <a:latin typeface="IBM Plex Sans"/>
                <a:ea typeface="IBM Plex Sans"/>
                <a:cs typeface="IBM Plex Sans"/>
              </a:defRPr>
            </a:lvl2pPr>
            <a:lvl3pPr algn="l">
              <a:defRPr sz="1050" b="1">
                <a:solidFill>
                  <a:srgbClr val="0A7C78"/>
                </a:solidFill>
                <a:latin typeface="IBM Plex Sans"/>
                <a:ea typeface="IBM Plex Sans"/>
                <a:cs typeface="IBM Plex Sans"/>
              </a:defRPr>
            </a:lvl3pPr>
            <a:lvl4pPr algn="l">
              <a:defRPr sz="1050" b="1">
                <a:solidFill>
                  <a:srgbClr val="0A7C78"/>
                </a:solidFill>
                <a:latin typeface="IBM Plex Sans"/>
                <a:ea typeface="IBM Plex Sans"/>
                <a:cs typeface="IBM Plex Sans"/>
              </a:defRPr>
            </a:lvl4pPr>
            <a:lvl5pPr algn="l">
              <a:defRPr sz="1050" b="1">
                <a:solidFill>
                  <a:srgbClr val="0A7C78"/>
                </a:solidFill>
                <a:latin typeface="IBM Plex Sans"/>
                <a:ea typeface="IBM Plex Sans"/>
                <a:cs typeface="IBM Plex Sans"/>
              </a:defRPr>
            </a:lvl5pPr>
            <a:lvl6pPr algn="l">
              <a:defRPr sz="1050" b="1">
                <a:solidFill>
                  <a:srgbClr val="0A7C78"/>
                </a:solidFill>
                <a:latin typeface="IBM Plex Sans"/>
                <a:ea typeface="IBM Plex Sans"/>
                <a:cs typeface="IBM Plex Sans"/>
              </a:defRPr>
            </a:lvl6pPr>
            <a:lvl7pPr algn="l">
              <a:defRPr sz="1050" b="1">
                <a:solidFill>
                  <a:srgbClr val="0A7C78"/>
                </a:solidFill>
                <a:latin typeface="IBM Plex Sans"/>
                <a:ea typeface="IBM Plex Sans"/>
                <a:cs typeface="IBM Plex Sans"/>
              </a:defRPr>
            </a:lvl7pPr>
            <a:lvl8pPr algn="l">
              <a:defRPr sz="1050" b="1">
                <a:solidFill>
                  <a:srgbClr val="0A7C78"/>
                </a:solidFill>
                <a:latin typeface="IBM Plex Sans"/>
                <a:ea typeface="IBM Plex Sans"/>
                <a:cs typeface="IBM Plex Sans"/>
              </a:defRPr>
            </a:lvl8pPr>
            <a:lvl9pPr algn="l">
              <a:defRPr sz="1050" b="1">
                <a:solidFill>
                  <a:srgbClr val="0A7C78"/>
                </a:solidFill>
                <a:latin typeface="IBM Plex Sans"/>
                <a:ea typeface="IBM Plex Sans"/>
                <a:cs typeface="IBM Plex Sans"/>
              </a:defRPr>
            </a:lvl9pPr>
          </a:lstStyle>
          <a:p xmlns:a="http://schemas.openxmlformats.org/drawingml/2006/main">
            <a:pPr algn="l">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A GUIDED START</a:t>
            </a:r>
          </a:p>
        </p:txBody>
      </p:sp>
      <p:sp>
        <p:nvSpPr>
          <p:cNvPr id="2" name="">
            <a:extLst xmlns:a="http://schemas.openxmlformats.org/drawingml/2006/main">
              <a:ext uri="{FF2B5EF4-FFF2-40B4-BE49-F238E27FC236}">
                <a16:creationId xmlns:a16="http://schemas.microsoft.com/office/drawing/2014/main" id="{294C5FC3-B538-4237-8BB2-55E8F49CA54C}"/>
              </a:ext>
            </a:extLst>
          </p:cNvPr>
          <p:cNvSpPr>
            <a:spLocks xmlns:a="http://schemas.openxmlformats.org/drawingml/2006/main" noGrp="1"/>
          </p:cNvSpPr>
          <p:nvPr/>
        </p:nvSpPr>
        <p:spPr>
          <a:xfrm xmlns:a="http://schemas.openxmlformats.org/drawingml/2006/main">
            <a:off x="504825" y="628650"/>
            <a:ext cx="11191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defRPr sz="2850" b="1">
                <a:solidFill>
                  <a:srgbClr val="10201D"/>
                </a:solidFill>
                <a:latin typeface="Sora Bold"/>
                <a:ea typeface="Sora Bold"/>
                <a:cs typeface="Sora Bold"/>
              </a:defRPr>
            </a:lvl1pPr>
            <a:lvl2pPr algn="l">
              <a:defRPr sz="2850" b="1">
                <a:solidFill>
                  <a:srgbClr val="10201D"/>
                </a:solidFill>
                <a:latin typeface="Sora Bold"/>
                <a:ea typeface="Sora Bold"/>
                <a:cs typeface="Sora Bold"/>
              </a:defRPr>
            </a:lvl2pPr>
            <a:lvl3pPr algn="l">
              <a:defRPr sz="2850" b="1">
                <a:solidFill>
                  <a:srgbClr val="10201D"/>
                </a:solidFill>
                <a:latin typeface="Sora Bold"/>
                <a:ea typeface="Sora Bold"/>
                <a:cs typeface="Sora Bold"/>
              </a:defRPr>
            </a:lvl3pPr>
            <a:lvl4pPr algn="l">
              <a:defRPr sz="2850" b="1">
                <a:solidFill>
                  <a:srgbClr val="10201D"/>
                </a:solidFill>
                <a:latin typeface="Sora Bold"/>
                <a:ea typeface="Sora Bold"/>
                <a:cs typeface="Sora Bold"/>
              </a:defRPr>
            </a:lvl4pPr>
            <a:lvl5pPr algn="l">
              <a:defRPr sz="2850" b="1">
                <a:solidFill>
                  <a:srgbClr val="10201D"/>
                </a:solidFill>
                <a:latin typeface="Sora Bold"/>
                <a:ea typeface="Sora Bold"/>
                <a:cs typeface="Sora Bold"/>
              </a:defRPr>
            </a:lvl5pPr>
            <a:lvl6pPr algn="l">
              <a:defRPr sz="2850" b="1">
                <a:solidFill>
                  <a:srgbClr val="10201D"/>
                </a:solidFill>
                <a:latin typeface="Sora Bold"/>
                <a:ea typeface="Sora Bold"/>
                <a:cs typeface="Sora Bold"/>
              </a:defRPr>
            </a:lvl6pPr>
            <a:lvl7pPr algn="l">
              <a:defRPr sz="2850" b="1">
                <a:solidFill>
                  <a:srgbClr val="10201D"/>
                </a:solidFill>
                <a:latin typeface="Sora Bold"/>
                <a:ea typeface="Sora Bold"/>
                <a:cs typeface="Sora Bold"/>
              </a:defRPr>
            </a:lvl7pPr>
            <a:lvl8pPr algn="l">
              <a:defRPr sz="2850" b="1">
                <a:solidFill>
                  <a:srgbClr val="10201D"/>
                </a:solidFill>
                <a:latin typeface="Sora Bold"/>
                <a:ea typeface="Sora Bold"/>
                <a:cs typeface="Sora Bold"/>
              </a:defRPr>
            </a:lvl8pPr>
            <a:lvl9pPr algn="l">
              <a:defRPr sz="2850" b="1">
                <a:solidFill>
                  <a:srgbClr val="10201D"/>
                </a:solidFill>
                <a:latin typeface="Sora Bold"/>
                <a:ea typeface="Sora Bold"/>
                <a:cs typeface="Sora Bold"/>
              </a:defRPr>
            </a:lvl9pPr>
          </a:lstStyle>
          <a:p xmlns:a="http://schemas.openxmlformats.org/drawingml/2006/main">
            <a:pPr algn="l">
              <a:defRPr sz="2850" b="1">
                <a:solidFill>
                  <a:srgbClr val="10201D"/>
                </a:solidFill>
                <a:latin typeface="Sora Bold"/>
                <a:ea typeface="Sora Bold"/>
                <a:cs typeface="Sora Bold"/>
              </a:defRPr>
            </a:pPr>
            <a:r>
              <a:rPr sz="2850" b="1">
                <a:solidFill>
                  <a:srgbClr val="10201D"/>
                </a:solidFill>
                <a:latin typeface="Sora Bold"/>
                <a:ea typeface="Sora Bold"/>
                <a:cs typeface="Sora Bold"/>
              </a:rPr>
              <a:t>Set up MediShop around your shop</a:t>
            </a:r>
          </a:p>
        </p:txBody>
      </p:sp>
      <p:sp>
        <p:nvSpPr>
          <p:cNvPr id="3" name="">
            <a:extLst xmlns:a="http://schemas.openxmlformats.org/drawingml/2006/main">
              <a:ext uri="{FF2B5EF4-FFF2-40B4-BE49-F238E27FC236}">
                <a16:creationId xmlns:a16="http://schemas.microsoft.com/office/drawing/2014/main" id="{03B31B5F-50B2-45BE-947E-0ED45B05DDBF}"/>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defRPr sz="1575" b="0">
                <a:solidFill>
                  <a:srgbClr val="10201D"/>
                </a:solidFill>
                <a:latin typeface="IBM Plex Sans"/>
                <a:ea typeface="IBM Plex Sans"/>
                <a:cs typeface="IBM Plex Sans"/>
              </a:defRPr>
            </a:lvl1pPr>
            <a:lvl2pPr algn="l">
              <a:defRPr sz="1575" b="0">
                <a:solidFill>
                  <a:srgbClr val="10201D"/>
                </a:solidFill>
                <a:latin typeface="IBM Plex Sans"/>
                <a:ea typeface="IBM Plex Sans"/>
                <a:cs typeface="IBM Plex Sans"/>
              </a:defRPr>
            </a:lvl2pPr>
            <a:lvl3pPr algn="l">
              <a:defRPr sz="1575" b="0">
                <a:solidFill>
                  <a:srgbClr val="10201D"/>
                </a:solidFill>
                <a:latin typeface="IBM Plex Sans"/>
                <a:ea typeface="IBM Plex Sans"/>
                <a:cs typeface="IBM Plex Sans"/>
              </a:defRPr>
            </a:lvl3pPr>
            <a:lvl4pPr algn="l">
              <a:defRPr sz="1575" b="0">
                <a:solidFill>
                  <a:srgbClr val="10201D"/>
                </a:solidFill>
                <a:latin typeface="IBM Plex Sans"/>
                <a:ea typeface="IBM Plex Sans"/>
                <a:cs typeface="IBM Plex Sans"/>
              </a:defRPr>
            </a:lvl4pPr>
            <a:lvl5pPr algn="l">
              <a:defRPr sz="1575" b="0">
                <a:solidFill>
                  <a:srgbClr val="10201D"/>
                </a:solidFill>
                <a:latin typeface="IBM Plex Sans"/>
                <a:ea typeface="IBM Plex Sans"/>
                <a:cs typeface="IBM Plex Sans"/>
              </a:defRPr>
            </a:lvl5pPr>
            <a:lvl6pPr algn="l">
              <a:defRPr sz="1575" b="0">
                <a:solidFill>
                  <a:srgbClr val="10201D"/>
                </a:solidFill>
                <a:latin typeface="IBM Plex Sans"/>
                <a:ea typeface="IBM Plex Sans"/>
                <a:cs typeface="IBM Plex Sans"/>
              </a:defRPr>
            </a:lvl6pPr>
            <a:lvl7pPr algn="l">
              <a:defRPr sz="1575" b="0">
                <a:solidFill>
                  <a:srgbClr val="10201D"/>
                </a:solidFill>
                <a:latin typeface="IBM Plex Sans"/>
                <a:ea typeface="IBM Plex Sans"/>
                <a:cs typeface="IBM Plex Sans"/>
              </a:defRPr>
            </a:lvl7pPr>
            <a:lvl8pPr algn="l">
              <a:defRPr sz="1575" b="0">
                <a:solidFill>
                  <a:srgbClr val="10201D"/>
                </a:solidFill>
                <a:latin typeface="IBM Plex Sans"/>
                <a:ea typeface="IBM Plex Sans"/>
                <a:cs typeface="IBM Plex Sans"/>
              </a:defRPr>
            </a:lvl8pPr>
            <a:lvl9pPr algn="l">
              <a:defRPr sz="1575" b="0">
                <a:solidFill>
                  <a:srgbClr val="10201D"/>
                </a:solidFill>
                <a:latin typeface="IBM Plex Sans"/>
                <a:ea typeface="IBM Plex Sans"/>
                <a:cs typeface="IBM Plex Sans"/>
              </a:defRPr>
            </a:lvl9pPr>
          </a:lstStyle>
          <a:p xmlns:a="http://schemas.openxmlformats.org/drawingml/2006/main">
            <a:pPr algn="l">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A clear onboarding sequence helps the owner and staff move from shop details to a tested counter workflow.</a:t>
            </a:r>
          </a:p>
        </p:txBody>
      </p:sp>
      <p:sp>
        <p:nvSpPr>
          <p:cNvPr id="4" name="">
            <a:extLst xmlns:a="http://schemas.openxmlformats.org/drawingml/2006/main">
              <a:ext uri="{FF2B5EF4-FFF2-40B4-BE49-F238E27FC236}">
                <a16:creationId xmlns:a16="http://schemas.microsoft.com/office/drawing/2014/main" id="{6CB58815-F3CD-4D5B-92B0-6180598B215A}"/>
              </a:ext>
            </a:extLst>
          </p:cNvPr>
          <p:cNvSpPr>
            <a:spLocks xmlns:a="http://schemas.openxmlformats.org/drawingml/2006/main" noGrp="1"/>
          </p:cNvSpPr>
          <p:nvPr/>
        </p:nvSpPr>
        <p:spPr>
          <a:xfrm xmlns:a="http://schemas.openxmlformats.org/drawingml/2006/main">
            <a:off x="1200150" y="2228850"/>
            <a:ext cx="514350" cy="51435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AAAE85-36DA-43BF-AD66-C703DD9CDDE5}"/>
              </a:ext>
            </a:extLst>
          </p:cNvPr>
          <p:cNvSpPr>
            <a:spLocks xmlns:a="http://schemas.openxmlformats.org/drawingml/2006/main" noGrp="1"/>
          </p:cNvSpPr>
          <p:nvPr/>
        </p:nvSpPr>
        <p:spPr>
          <a:xfrm xmlns:a="http://schemas.openxmlformats.org/drawingml/2006/main">
            <a:off x="1200150"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defRPr sz="1500" b="1">
                <a:solidFill>
                  <a:srgbClr val="FFFFFF"/>
                </a:solidFill>
                <a:latin typeface="IBM Plex Sans"/>
                <a:ea typeface="IBM Plex Sans"/>
                <a:cs typeface="IBM Plex Sans"/>
              </a:defRPr>
            </a:lvl1pPr>
            <a:lvl2pPr algn="ctr">
              <a:defRPr sz="1500" b="1">
                <a:solidFill>
                  <a:srgbClr val="FFFFFF"/>
                </a:solidFill>
                <a:latin typeface="IBM Plex Sans"/>
                <a:ea typeface="IBM Plex Sans"/>
                <a:cs typeface="IBM Plex Sans"/>
              </a:defRPr>
            </a:lvl2pPr>
            <a:lvl3pPr algn="ctr">
              <a:defRPr sz="1500" b="1">
                <a:solidFill>
                  <a:srgbClr val="FFFFFF"/>
                </a:solidFill>
                <a:latin typeface="IBM Plex Sans"/>
                <a:ea typeface="IBM Plex Sans"/>
                <a:cs typeface="IBM Plex Sans"/>
              </a:defRPr>
            </a:lvl3pPr>
            <a:lvl4pPr algn="ctr">
              <a:defRPr sz="1500" b="1">
                <a:solidFill>
                  <a:srgbClr val="FFFFFF"/>
                </a:solidFill>
                <a:latin typeface="IBM Plex Sans"/>
                <a:ea typeface="IBM Plex Sans"/>
                <a:cs typeface="IBM Plex Sans"/>
              </a:defRPr>
            </a:lvl4pPr>
            <a:lvl5pPr algn="ctr">
              <a:defRPr sz="1500" b="1">
                <a:solidFill>
                  <a:srgbClr val="FFFFFF"/>
                </a:solidFill>
                <a:latin typeface="IBM Plex Sans"/>
                <a:ea typeface="IBM Plex Sans"/>
                <a:cs typeface="IBM Plex Sans"/>
              </a:defRPr>
            </a:lvl5pPr>
            <a:lvl6pPr algn="ctr">
              <a:defRPr sz="1500" b="1">
                <a:solidFill>
                  <a:srgbClr val="FFFFFF"/>
                </a:solidFill>
                <a:latin typeface="IBM Plex Sans"/>
                <a:ea typeface="IBM Plex Sans"/>
                <a:cs typeface="IBM Plex Sans"/>
              </a:defRPr>
            </a:lvl6pPr>
            <a:lvl7pPr algn="ctr">
              <a:defRPr sz="1500" b="1">
                <a:solidFill>
                  <a:srgbClr val="FFFFFF"/>
                </a:solidFill>
                <a:latin typeface="IBM Plex Sans"/>
                <a:ea typeface="IBM Plex Sans"/>
                <a:cs typeface="IBM Plex Sans"/>
              </a:defRPr>
            </a:lvl7pPr>
            <a:lvl8pPr algn="ctr">
              <a:defRPr sz="1500" b="1">
                <a:solidFill>
                  <a:srgbClr val="FFFFFF"/>
                </a:solidFill>
                <a:latin typeface="IBM Plex Sans"/>
                <a:ea typeface="IBM Plex Sans"/>
                <a:cs typeface="IBM Plex Sans"/>
              </a:defRPr>
            </a:lvl8pPr>
            <a:lvl9pPr algn="ctr">
              <a:defRPr sz="1500" b="1">
                <a:solidFill>
                  <a:srgbClr val="FFFFFF"/>
                </a:solidFill>
                <a:latin typeface="IBM Plex Sans"/>
                <a:ea typeface="IBM Plex Sans"/>
                <a:cs typeface="IBM Plex Sans"/>
              </a:defRPr>
            </a:lvl9pPr>
          </a:lstStyle>
          <a:p xmlns:a="http://schemas.openxmlformats.org/drawingml/2006/main">
            <a:pPr algn="ctr">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1</a:t>
            </a:r>
          </a:p>
        </p:txBody>
      </p:sp>
      <p:sp>
        <p:nvSpPr>
          <p:cNvPr id="6" name="">
            <a:extLst xmlns:a="http://schemas.openxmlformats.org/drawingml/2006/main">
              <a:ext uri="{FF2B5EF4-FFF2-40B4-BE49-F238E27FC236}">
                <a16:creationId xmlns:a16="http://schemas.microsoft.com/office/drawing/2014/main" id="{C52BA8EE-DAFD-471C-9D31-F055A1458FDA}"/>
              </a:ext>
            </a:extLst>
          </p:cNvPr>
          <p:cNvSpPr>
            <a:spLocks xmlns:a="http://schemas.openxmlformats.org/drawingml/2006/main" noGrp="1"/>
          </p:cNvSpPr>
          <p:nvPr/>
        </p:nvSpPr>
        <p:spPr>
          <a:xfrm xmlns:a="http://schemas.openxmlformats.org/drawingml/2006/main">
            <a:off x="1714500" y="2457450"/>
            <a:ext cx="1066800" cy="28575"/>
          </a:xfrm>
          <a:prstGeom xmlns:a="http://schemas.openxmlformats.org/drawingml/2006/main" prst="rect">
            <a:avLst/>
          </a:prstGeom>
          <a:solidFill xmlns:a="http://schemas.openxmlformats.org/drawingml/2006/main">
            <a:srgbClr val="CBD4C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B21840-655D-42DF-AFE1-113BA173B68F}"/>
              </a:ext>
            </a:extLst>
          </p:cNvPr>
          <p:cNvSpPr>
            <a:spLocks xmlns:a="http://schemas.openxmlformats.org/drawingml/2006/main" noGrp="1"/>
          </p:cNvSpPr>
          <p:nvPr/>
        </p:nvSpPr>
        <p:spPr>
          <a:xfrm xmlns:a="http://schemas.openxmlformats.org/drawingml/2006/main">
            <a:off x="504825"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defRPr sz="1575" b="1">
                <a:solidFill>
                  <a:srgbClr val="10201D"/>
                </a:solidFill>
                <a:latin typeface="Sora Bold"/>
                <a:ea typeface="Sora Bold"/>
                <a:cs typeface="Sora Bold"/>
              </a:defRPr>
            </a:lvl1pPr>
            <a:lvl2pPr algn="ctr">
              <a:defRPr sz="1575" b="1">
                <a:solidFill>
                  <a:srgbClr val="10201D"/>
                </a:solidFill>
                <a:latin typeface="Sora Bold"/>
                <a:ea typeface="Sora Bold"/>
                <a:cs typeface="Sora Bold"/>
              </a:defRPr>
            </a:lvl2pPr>
            <a:lvl3pPr algn="ctr">
              <a:defRPr sz="1575" b="1">
                <a:solidFill>
                  <a:srgbClr val="10201D"/>
                </a:solidFill>
                <a:latin typeface="Sora Bold"/>
                <a:ea typeface="Sora Bold"/>
                <a:cs typeface="Sora Bold"/>
              </a:defRPr>
            </a:lvl3pPr>
            <a:lvl4pPr algn="ctr">
              <a:defRPr sz="1575" b="1">
                <a:solidFill>
                  <a:srgbClr val="10201D"/>
                </a:solidFill>
                <a:latin typeface="Sora Bold"/>
                <a:ea typeface="Sora Bold"/>
                <a:cs typeface="Sora Bold"/>
              </a:defRPr>
            </a:lvl4pPr>
            <a:lvl5pPr algn="ctr">
              <a:defRPr sz="1575" b="1">
                <a:solidFill>
                  <a:srgbClr val="10201D"/>
                </a:solidFill>
                <a:latin typeface="Sora Bold"/>
                <a:ea typeface="Sora Bold"/>
                <a:cs typeface="Sora Bold"/>
              </a:defRPr>
            </a:lvl5pPr>
            <a:lvl6pPr algn="ctr">
              <a:defRPr sz="1575" b="1">
                <a:solidFill>
                  <a:srgbClr val="10201D"/>
                </a:solidFill>
                <a:latin typeface="Sora Bold"/>
                <a:ea typeface="Sora Bold"/>
                <a:cs typeface="Sora Bold"/>
              </a:defRPr>
            </a:lvl6pPr>
            <a:lvl7pPr algn="ctr">
              <a:defRPr sz="1575" b="1">
                <a:solidFill>
                  <a:srgbClr val="10201D"/>
                </a:solidFill>
                <a:latin typeface="Sora Bold"/>
                <a:ea typeface="Sora Bold"/>
                <a:cs typeface="Sora Bold"/>
              </a:defRPr>
            </a:lvl7pPr>
            <a:lvl8pPr algn="ctr">
              <a:defRPr sz="1575" b="1">
                <a:solidFill>
                  <a:srgbClr val="10201D"/>
                </a:solidFill>
                <a:latin typeface="Sora Bold"/>
                <a:ea typeface="Sora Bold"/>
                <a:cs typeface="Sora Bold"/>
              </a:defRPr>
            </a:lvl8pPr>
            <a:lvl9pPr algn="ctr">
              <a:defRPr sz="1575" b="1">
                <a:solidFill>
                  <a:srgbClr val="10201D"/>
                </a:solidFill>
                <a:latin typeface="Sora Bold"/>
                <a:ea typeface="Sora Bold"/>
                <a:cs typeface="Sora Bold"/>
              </a:defRPr>
            </a:lvl9pPr>
          </a:lstStyle>
          <a:p xmlns:a="http://schemas.openxmlformats.org/drawingml/2006/main">
            <a:pPr algn="ctr">
              <a:defRPr sz="1575" b="1">
                <a:solidFill>
                  <a:srgbClr val="10201D"/>
                </a:solidFill>
                <a:latin typeface="Sora Bold"/>
                <a:ea typeface="Sora Bold"/>
                <a:cs typeface="Sora Bold"/>
              </a:defRPr>
            </a:pPr>
            <a:r>
              <a:rPr sz="1575" b="1">
                <a:solidFill>
                  <a:srgbClr val="10201D"/>
                </a:solidFill>
                <a:latin typeface="Sora Bold"/>
                <a:ea typeface="Sora Bold"/>
                <a:cs typeface="Sora Bold"/>
              </a:rPr>
              <a:t>Shop profile</a:t>
            </a:r>
          </a:p>
        </p:txBody>
      </p:sp>
      <p:sp>
        <p:nvSpPr>
          <p:cNvPr id="8" name="">
            <a:extLst xmlns:a="http://schemas.openxmlformats.org/drawingml/2006/main">
              <a:ext uri="{FF2B5EF4-FFF2-40B4-BE49-F238E27FC236}">
                <a16:creationId xmlns:a16="http://schemas.microsoft.com/office/drawing/2014/main" id="{5C6617B4-D818-480C-8283-82653EE41D71}"/>
              </a:ext>
            </a:extLst>
          </p:cNvPr>
          <p:cNvSpPr>
            <a:spLocks xmlns:a="http://schemas.openxmlformats.org/drawingml/2006/main" noGrp="1"/>
          </p:cNvSpPr>
          <p:nvPr/>
        </p:nvSpPr>
        <p:spPr>
          <a:xfrm xmlns:a="http://schemas.openxmlformats.org/drawingml/2006/main">
            <a:off x="504825"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defRPr sz="1275" b="0">
                <a:solidFill>
                  <a:srgbClr val="10201D"/>
                </a:solidFill>
                <a:latin typeface="IBM Plex Sans"/>
                <a:ea typeface="IBM Plex Sans"/>
                <a:cs typeface="IBM Plex Sans"/>
              </a:defRPr>
            </a:lvl1pPr>
            <a:lvl2pPr algn="ctr">
              <a:defRPr sz="1275" b="0">
                <a:solidFill>
                  <a:srgbClr val="10201D"/>
                </a:solidFill>
                <a:latin typeface="IBM Plex Sans"/>
                <a:ea typeface="IBM Plex Sans"/>
                <a:cs typeface="IBM Plex Sans"/>
              </a:defRPr>
            </a:lvl2pPr>
            <a:lvl3pPr algn="ctr">
              <a:defRPr sz="1275" b="0">
                <a:solidFill>
                  <a:srgbClr val="10201D"/>
                </a:solidFill>
                <a:latin typeface="IBM Plex Sans"/>
                <a:ea typeface="IBM Plex Sans"/>
                <a:cs typeface="IBM Plex Sans"/>
              </a:defRPr>
            </a:lvl3pPr>
            <a:lvl4pPr algn="ctr">
              <a:defRPr sz="1275" b="0">
                <a:solidFill>
                  <a:srgbClr val="10201D"/>
                </a:solidFill>
                <a:latin typeface="IBM Plex Sans"/>
                <a:ea typeface="IBM Plex Sans"/>
                <a:cs typeface="IBM Plex Sans"/>
              </a:defRPr>
            </a:lvl4pPr>
            <a:lvl5pPr algn="ctr">
              <a:defRPr sz="1275" b="0">
                <a:solidFill>
                  <a:srgbClr val="10201D"/>
                </a:solidFill>
                <a:latin typeface="IBM Plex Sans"/>
                <a:ea typeface="IBM Plex Sans"/>
                <a:cs typeface="IBM Plex Sans"/>
              </a:defRPr>
            </a:lvl5pPr>
            <a:lvl6pPr algn="ctr">
              <a:defRPr sz="1275" b="0">
                <a:solidFill>
                  <a:srgbClr val="10201D"/>
                </a:solidFill>
                <a:latin typeface="IBM Plex Sans"/>
                <a:ea typeface="IBM Plex Sans"/>
                <a:cs typeface="IBM Plex Sans"/>
              </a:defRPr>
            </a:lvl6pPr>
            <a:lvl7pPr algn="ctr">
              <a:defRPr sz="1275" b="0">
                <a:solidFill>
                  <a:srgbClr val="10201D"/>
                </a:solidFill>
                <a:latin typeface="IBM Plex Sans"/>
                <a:ea typeface="IBM Plex Sans"/>
                <a:cs typeface="IBM Plex Sans"/>
              </a:defRPr>
            </a:lvl7pPr>
            <a:lvl8pPr algn="ctr">
              <a:defRPr sz="1275" b="0">
                <a:solidFill>
                  <a:srgbClr val="10201D"/>
                </a:solidFill>
                <a:latin typeface="IBM Plex Sans"/>
                <a:ea typeface="IBM Plex Sans"/>
                <a:cs typeface="IBM Plex Sans"/>
              </a:defRPr>
            </a:lvl8pPr>
            <a:lvl9pPr algn="ctr">
              <a:defRPr sz="1275" b="0">
                <a:solidFill>
                  <a:srgbClr val="10201D"/>
                </a:solidFill>
                <a:latin typeface="IBM Plex Sans"/>
                <a:ea typeface="IBM Plex Sans"/>
                <a:cs typeface="IBM Plex Sans"/>
              </a:defRPr>
            </a:lvl9pPr>
          </a:lstStyle>
          <a:p xmlns:a="http://schemas.openxmlformats.org/drawingml/2006/main">
            <a:pPr algn="ctr">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Enter shop details and operating preferences.</a:t>
            </a:r>
          </a:p>
        </p:txBody>
      </p:sp>
      <p:sp>
        <p:nvSpPr>
          <p:cNvPr id="9" name="">
            <a:extLst xmlns:a="http://schemas.openxmlformats.org/drawingml/2006/main">
              <a:ext uri="{FF2B5EF4-FFF2-40B4-BE49-F238E27FC236}">
                <a16:creationId xmlns:a16="http://schemas.microsoft.com/office/drawing/2014/main" id="{31B3D618-3157-4E7F-A504-19AF7322B764}"/>
              </a:ext>
            </a:extLst>
          </p:cNvPr>
          <p:cNvSpPr>
            <a:spLocks xmlns:a="http://schemas.openxmlformats.org/drawingml/2006/main" noGrp="1"/>
          </p:cNvSpPr>
          <p:nvPr/>
        </p:nvSpPr>
        <p:spPr>
          <a:xfrm xmlns:a="http://schemas.openxmlformats.org/drawingml/2006/main">
            <a:off x="3476625" y="2228850"/>
            <a:ext cx="514350" cy="51435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876B626-1BAF-4D0F-88B7-C422BBD29BA7}"/>
              </a:ext>
            </a:extLst>
          </p:cNvPr>
          <p:cNvSpPr>
            <a:spLocks xmlns:a="http://schemas.openxmlformats.org/drawingml/2006/main" noGrp="1"/>
          </p:cNvSpPr>
          <p:nvPr/>
        </p:nvSpPr>
        <p:spPr>
          <a:xfrm xmlns:a="http://schemas.openxmlformats.org/drawingml/2006/main">
            <a:off x="3476625"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defRPr sz="1500" b="1">
                <a:solidFill>
                  <a:srgbClr val="FFFFFF"/>
                </a:solidFill>
                <a:latin typeface="IBM Plex Sans"/>
                <a:ea typeface="IBM Plex Sans"/>
                <a:cs typeface="IBM Plex Sans"/>
              </a:defRPr>
            </a:lvl1pPr>
            <a:lvl2pPr algn="ctr">
              <a:defRPr sz="1500" b="1">
                <a:solidFill>
                  <a:srgbClr val="FFFFFF"/>
                </a:solidFill>
                <a:latin typeface="IBM Plex Sans"/>
                <a:ea typeface="IBM Plex Sans"/>
                <a:cs typeface="IBM Plex Sans"/>
              </a:defRPr>
            </a:lvl2pPr>
            <a:lvl3pPr algn="ctr">
              <a:defRPr sz="1500" b="1">
                <a:solidFill>
                  <a:srgbClr val="FFFFFF"/>
                </a:solidFill>
                <a:latin typeface="IBM Plex Sans"/>
                <a:ea typeface="IBM Plex Sans"/>
                <a:cs typeface="IBM Plex Sans"/>
              </a:defRPr>
            </a:lvl3pPr>
            <a:lvl4pPr algn="ctr">
              <a:defRPr sz="1500" b="1">
                <a:solidFill>
                  <a:srgbClr val="FFFFFF"/>
                </a:solidFill>
                <a:latin typeface="IBM Plex Sans"/>
                <a:ea typeface="IBM Plex Sans"/>
                <a:cs typeface="IBM Plex Sans"/>
              </a:defRPr>
            </a:lvl4pPr>
            <a:lvl5pPr algn="ctr">
              <a:defRPr sz="1500" b="1">
                <a:solidFill>
                  <a:srgbClr val="FFFFFF"/>
                </a:solidFill>
                <a:latin typeface="IBM Plex Sans"/>
                <a:ea typeface="IBM Plex Sans"/>
                <a:cs typeface="IBM Plex Sans"/>
              </a:defRPr>
            </a:lvl5pPr>
            <a:lvl6pPr algn="ctr">
              <a:defRPr sz="1500" b="1">
                <a:solidFill>
                  <a:srgbClr val="FFFFFF"/>
                </a:solidFill>
                <a:latin typeface="IBM Plex Sans"/>
                <a:ea typeface="IBM Plex Sans"/>
                <a:cs typeface="IBM Plex Sans"/>
              </a:defRPr>
            </a:lvl6pPr>
            <a:lvl7pPr algn="ctr">
              <a:defRPr sz="1500" b="1">
                <a:solidFill>
                  <a:srgbClr val="FFFFFF"/>
                </a:solidFill>
                <a:latin typeface="IBM Plex Sans"/>
                <a:ea typeface="IBM Plex Sans"/>
                <a:cs typeface="IBM Plex Sans"/>
              </a:defRPr>
            </a:lvl7pPr>
            <a:lvl8pPr algn="ctr">
              <a:defRPr sz="1500" b="1">
                <a:solidFill>
                  <a:srgbClr val="FFFFFF"/>
                </a:solidFill>
                <a:latin typeface="IBM Plex Sans"/>
                <a:ea typeface="IBM Plex Sans"/>
                <a:cs typeface="IBM Plex Sans"/>
              </a:defRPr>
            </a:lvl8pPr>
            <a:lvl9pPr algn="ctr">
              <a:defRPr sz="1500" b="1">
                <a:solidFill>
                  <a:srgbClr val="FFFFFF"/>
                </a:solidFill>
                <a:latin typeface="IBM Plex Sans"/>
                <a:ea typeface="IBM Plex Sans"/>
                <a:cs typeface="IBM Plex Sans"/>
              </a:defRPr>
            </a:lvl9pPr>
          </a:lstStyle>
          <a:p xmlns:a="http://schemas.openxmlformats.org/drawingml/2006/main">
            <a:pPr algn="ctr">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2</a:t>
            </a:r>
          </a:p>
        </p:txBody>
      </p:sp>
      <p:sp>
        <p:nvSpPr>
          <p:cNvPr id="11" name="">
            <a:extLst xmlns:a="http://schemas.openxmlformats.org/drawingml/2006/main">
              <a:ext uri="{FF2B5EF4-FFF2-40B4-BE49-F238E27FC236}">
                <a16:creationId xmlns:a16="http://schemas.microsoft.com/office/drawing/2014/main" id="{73B00760-D33A-4406-B158-E77D5B14EE26}"/>
              </a:ext>
            </a:extLst>
          </p:cNvPr>
          <p:cNvSpPr>
            <a:spLocks xmlns:a="http://schemas.openxmlformats.org/drawingml/2006/main" noGrp="1"/>
          </p:cNvSpPr>
          <p:nvPr/>
        </p:nvSpPr>
        <p:spPr>
          <a:xfrm xmlns:a="http://schemas.openxmlformats.org/drawingml/2006/main">
            <a:off x="3990975" y="2457450"/>
            <a:ext cx="1066800" cy="28575"/>
          </a:xfrm>
          <a:prstGeom xmlns:a="http://schemas.openxmlformats.org/drawingml/2006/main" prst="rect">
            <a:avLst/>
          </a:prstGeom>
          <a:solidFill xmlns:a="http://schemas.openxmlformats.org/drawingml/2006/main">
            <a:srgbClr val="CBD4C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1410A1-D28E-4ED5-8C21-2B2DABE63DD1}"/>
              </a:ext>
            </a:extLst>
          </p:cNvPr>
          <p:cNvSpPr>
            <a:spLocks xmlns:a="http://schemas.openxmlformats.org/drawingml/2006/main" noGrp="1"/>
          </p:cNvSpPr>
          <p:nvPr/>
        </p:nvSpPr>
        <p:spPr>
          <a:xfrm xmlns:a="http://schemas.openxmlformats.org/drawingml/2006/main">
            <a:off x="2781300"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defRPr sz="1575" b="1">
                <a:solidFill>
                  <a:srgbClr val="10201D"/>
                </a:solidFill>
                <a:latin typeface="Sora Bold"/>
                <a:ea typeface="Sora Bold"/>
                <a:cs typeface="Sora Bold"/>
              </a:defRPr>
            </a:lvl1pPr>
            <a:lvl2pPr algn="ctr">
              <a:defRPr sz="1575" b="1">
                <a:solidFill>
                  <a:srgbClr val="10201D"/>
                </a:solidFill>
                <a:latin typeface="Sora Bold"/>
                <a:ea typeface="Sora Bold"/>
                <a:cs typeface="Sora Bold"/>
              </a:defRPr>
            </a:lvl2pPr>
            <a:lvl3pPr algn="ctr">
              <a:defRPr sz="1575" b="1">
                <a:solidFill>
                  <a:srgbClr val="10201D"/>
                </a:solidFill>
                <a:latin typeface="Sora Bold"/>
                <a:ea typeface="Sora Bold"/>
                <a:cs typeface="Sora Bold"/>
              </a:defRPr>
            </a:lvl3pPr>
            <a:lvl4pPr algn="ctr">
              <a:defRPr sz="1575" b="1">
                <a:solidFill>
                  <a:srgbClr val="10201D"/>
                </a:solidFill>
                <a:latin typeface="Sora Bold"/>
                <a:ea typeface="Sora Bold"/>
                <a:cs typeface="Sora Bold"/>
              </a:defRPr>
            </a:lvl4pPr>
            <a:lvl5pPr algn="ctr">
              <a:defRPr sz="1575" b="1">
                <a:solidFill>
                  <a:srgbClr val="10201D"/>
                </a:solidFill>
                <a:latin typeface="Sora Bold"/>
                <a:ea typeface="Sora Bold"/>
                <a:cs typeface="Sora Bold"/>
              </a:defRPr>
            </a:lvl5pPr>
            <a:lvl6pPr algn="ctr">
              <a:defRPr sz="1575" b="1">
                <a:solidFill>
                  <a:srgbClr val="10201D"/>
                </a:solidFill>
                <a:latin typeface="Sora Bold"/>
                <a:ea typeface="Sora Bold"/>
                <a:cs typeface="Sora Bold"/>
              </a:defRPr>
            </a:lvl6pPr>
            <a:lvl7pPr algn="ctr">
              <a:defRPr sz="1575" b="1">
                <a:solidFill>
                  <a:srgbClr val="10201D"/>
                </a:solidFill>
                <a:latin typeface="Sora Bold"/>
                <a:ea typeface="Sora Bold"/>
                <a:cs typeface="Sora Bold"/>
              </a:defRPr>
            </a:lvl7pPr>
            <a:lvl8pPr algn="ctr">
              <a:defRPr sz="1575" b="1">
                <a:solidFill>
                  <a:srgbClr val="10201D"/>
                </a:solidFill>
                <a:latin typeface="Sora Bold"/>
                <a:ea typeface="Sora Bold"/>
                <a:cs typeface="Sora Bold"/>
              </a:defRPr>
            </a:lvl8pPr>
            <a:lvl9pPr algn="ctr">
              <a:defRPr sz="1575" b="1">
                <a:solidFill>
                  <a:srgbClr val="10201D"/>
                </a:solidFill>
                <a:latin typeface="Sora Bold"/>
                <a:ea typeface="Sora Bold"/>
                <a:cs typeface="Sora Bold"/>
              </a:defRPr>
            </a:lvl9pPr>
          </a:lstStyle>
          <a:p xmlns:a="http://schemas.openxmlformats.org/drawingml/2006/main">
            <a:pPr algn="ctr">
              <a:defRPr sz="1575" b="1">
                <a:solidFill>
                  <a:srgbClr val="10201D"/>
                </a:solidFill>
                <a:latin typeface="Sora Bold"/>
                <a:ea typeface="Sora Bold"/>
                <a:cs typeface="Sora Bold"/>
              </a:defRPr>
            </a:pPr>
            <a:r>
              <a:rPr sz="1575" b="1">
                <a:solidFill>
                  <a:srgbClr val="10201D"/>
                </a:solidFill>
                <a:latin typeface="Sora Bold"/>
                <a:ea typeface="Sora Bold"/>
                <a:cs typeface="Sora Bold"/>
              </a:rPr>
              <a:t>Medicine list</a:t>
            </a:r>
          </a:p>
        </p:txBody>
      </p:sp>
      <p:sp>
        <p:nvSpPr>
          <p:cNvPr id="13" name="">
            <a:extLst xmlns:a="http://schemas.openxmlformats.org/drawingml/2006/main">
              <a:ext uri="{FF2B5EF4-FFF2-40B4-BE49-F238E27FC236}">
                <a16:creationId xmlns:a16="http://schemas.microsoft.com/office/drawing/2014/main" id="{0FFE19C5-CAA2-4162-BB30-148A2CFA9AB0}"/>
              </a:ext>
            </a:extLst>
          </p:cNvPr>
          <p:cNvSpPr>
            <a:spLocks xmlns:a="http://schemas.openxmlformats.org/drawingml/2006/main" noGrp="1"/>
          </p:cNvSpPr>
          <p:nvPr/>
        </p:nvSpPr>
        <p:spPr>
          <a:xfrm xmlns:a="http://schemas.openxmlformats.org/drawingml/2006/main">
            <a:off x="2781300"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defRPr sz="1275" b="0">
                <a:solidFill>
                  <a:srgbClr val="10201D"/>
                </a:solidFill>
                <a:latin typeface="IBM Plex Sans"/>
                <a:ea typeface="IBM Plex Sans"/>
                <a:cs typeface="IBM Plex Sans"/>
              </a:defRPr>
            </a:lvl1pPr>
            <a:lvl2pPr algn="ctr">
              <a:defRPr sz="1275" b="0">
                <a:solidFill>
                  <a:srgbClr val="10201D"/>
                </a:solidFill>
                <a:latin typeface="IBM Plex Sans"/>
                <a:ea typeface="IBM Plex Sans"/>
                <a:cs typeface="IBM Plex Sans"/>
              </a:defRPr>
            </a:lvl2pPr>
            <a:lvl3pPr algn="ctr">
              <a:defRPr sz="1275" b="0">
                <a:solidFill>
                  <a:srgbClr val="10201D"/>
                </a:solidFill>
                <a:latin typeface="IBM Plex Sans"/>
                <a:ea typeface="IBM Plex Sans"/>
                <a:cs typeface="IBM Plex Sans"/>
              </a:defRPr>
            </a:lvl3pPr>
            <a:lvl4pPr algn="ctr">
              <a:defRPr sz="1275" b="0">
                <a:solidFill>
                  <a:srgbClr val="10201D"/>
                </a:solidFill>
                <a:latin typeface="IBM Plex Sans"/>
                <a:ea typeface="IBM Plex Sans"/>
                <a:cs typeface="IBM Plex Sans"/>
              </a:defRPr>
            </a:lvl4pPr>
            <a:lvl5pPr algn="ctr">
              <a:defRPr sz="1275" b="0">
                <a:solidFill>
                  <a:srgbClr val="10201D"/>
                </a:solidFill>
                <a:latin typeface="IBM Plex Sans"/>
                <a:ea typeface="IBM Plex Sans"/>
                <a:cs typeface="IBM Plex Sans"/>
              </a:defRPr>
            </a:lvl5pPr>
            <a:lvl6pPr algn="ctr">
              <a:defRPr sz="1275" b="0">
                <a:solidFill>
                  <a:srgbClr val="10201D"/>
                </a:solidFill>
                <a:latin typeface="IBM Plex Sans"/>
                <a:ea typeface="IBM Plex Sans"/>
                <a:cs typeface="IBM Plex Sans"/>
              </a:defRPr>
            </a:lvl6pPr>
            <a:lvl7pPr algn="ctr">
              <a:defRPr sz="1275" b="0">
                <a:solidFill>
                  <a:srgbClr val="10201D"/>
                </a:solidFill>
                <a:latin typeface="IBM Plex Sans"/>
                <a:ea typeface="IBM Plex Sans"/>
                <a:cs typeface="IBM Plex Sans"/>
              </a:defRPr>
            </a:lvl7pPr>
            <a:lvl8pPr algn="ctr">
              <a:defRPr sz="1275" b="0">
                <a:solidFill>
                  <a:srgbClr val="10201D"/>
                </a:solidFill>
                <a:latin typeface="IBM Plex Sans"/>
                <a:ea typeface="IBM Plex Sans"/>
                <a:cs typeface="IBM Plex Sans"/>
              </a:defRPr>
            </a:lvl8pPr>
            <a:lvl9pPr algn="ctr">
              <a:defRPr sz="1275" b="0">
                <a:solidFill>
                  <a:srgbClr val="10201D"/>
                </a:solidFill>
                <a:latin typeface="IBM Plex Sans"/>
                <a:ea typeface="IBM Plex Sans"/>
                <a:cs typeface="IBM Plex Sans"/>
              </a:defRPr>
            </a:lvl9pPr>
          </a:lstStyle>
          <a:p xmlns:a="http://schemas.openxmlformats.org/drawingml/2006/main">
            <a:pPr algn="ctr">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Add records or import a catalogue.</a:t>
            </a:r>
          </a:p>
        </p:txBody>
      </p:sp>
      <p:sp>
        <p:nvSpPr>
          <p:cNvPr id="14" name="">
            <a:extLst xmlns:a="http://schemas.openxmlformats.org/drawingml/2006/main">
              <a:ext uri="{FF2B5EF4-FFF2-40B4-BE49-F238E27FC236}">
                <a16:creationId xmlns:a16="http://schemas.microsoft.com/office/drawing/2014/main" id="{B966E2D8-5A2F-40F4-83B8-5718871891B7}"/>
              </a:ext>
            </a:extLst>
          </p:cNvPr>
          <p:cNvSpPr>
            <a:spLocks xmlns:a="http://schemas.openxmlformats.org/drawingml/2006/main" noGrp="1"/>
          </p:cNvSpPr>
          <p:nvPr/>
        </p:nvSpPr>
        <p:spPr>
          <a:xfrm xmlns:a="http://schemas.openxmlformats.org/drawingml/2006/main">
            <a:off x="5753100" y="2228850"/>
            <a:ext cx="514350" cy="51435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C5CEB11-6B04-430A-9A38-95E201BA1E78}"/>
              </a:ext>
            </a:extLst>
          </p:cNvPr>
          <p:cNvSpPr>
            <a:spLocks xmlns:a="http://schemas.openxmlformats.org/drawingml/2006/main" noGrp="1"/>
          </p:cNvSpPr>
          <p:nvPr/>
        </p:nvSpPr>
        <p:spPr>
          <a:xfrm xmlns:a="http://schemas.openxmlformats.org/drawingml/2006/main">
            <a:off x="5753100"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defRPr sz="1500" b="1">
                <a:solidFill>
                  <a:srgbClr val="FFFFFF"/>
                </a:solidFill>
                <a:latin typeface="IBM Plex Sans"/>
                <a:ea typeface="IBM Plex Sans"/>
                <a:cs typeface="IBM Plex Sans"/>
              </a:defRPr>
            </a:lvl1pPr>
            <a:lvl2pPr algn="ctr">
              <a:defRPr sz="1500" b="1">
                <a:solidFill>
                  <a:srgbClr val="FFFFFF"/>
                </a:solidFill>
                <a:latin typeface="IBM Plex Sans"/>
                <a:ea typeface="IBM Plex Sans"/>
                <a:cs typeface="IBM Plex Sans"/>
              </a:defRPr>
            </a:lvl2pPr>
            <a:lvl3pPr algn="ctr">
              <a:defRPr sz="1500" b="1">
                <a:solidFill>
                  <a:srgbClr val="FFFFFF"/>
                </a:solidFill>
                <a:latin typeface="IBM Plex Sans"/>
                <a:ea typeface="IBM Plex Sans"/>
                <a:cs typeface="IBM Plex Sans"/>
              </a:defRPr>
            </a:lvl3pPr>
            <a:lvl4pPr algn="ctr">
              <a:defRPr sz="1500" b="1">
                <a:solidFill>
                  <a:srgbClr val="FFFFFF"/>
                </a:solidFill>
                <a:latin typeface="IBM Plex Sans"/>
                <a:ea typeface="IBM Plex Sans"/>
                <a:cs typeface="IBM Plex Sans"/>
              </a:defRPr>
            </a:lvl4pPr>
            <a:lvl5pPr algn="ctr">
              <a:defRPr sz="1500" b="1">
                <a:solidFill>
                  <a:srgbClr val="FFFFFF"/>
                </a:solidFill>
                <a:latin typeface="IBM Plex Sans"/>
                <a:ea typeface="IBM Plex Sans"/>
                <a:cs typeface="IBM Plex Sans"/>
              </a:defRPr>
            </a:lvl5pPr>
            <a:lvl6pPr algn="ctr">
              <a:defRPr sz="1500" b="1">
                <a:solidFill>
                  <a:srgbClr val="FFFFFF"/>
                </a:solidFill>
                <a:latin typeface="IBM Plex Sans"/>
                <a:ea typeface="IBM Plex Sans"/>
                <a:cs typeface="IBM Plex Sans"/>
              </a:defRPr>
            </a:lvl6pPr>
            <a:lvl7pPr algn="ctr">
              <a:defRPr sz="1500" b="1">
                <a:solidFill>
                  <a:srgbClr val="FFFFFF"/>
                </a:solidFill>
                <a:latin typeface="IBM Plex Sans"/>
                <a:ea typeface="IBM Plex Sans"/>
                <a:cs typeface="IBM Plex Sans"/>
              </a:defRPr>
            </a:lvl7pPr>
            <a:lvl8pPr algn="ctr">
              <a:defRPr sz="1500" b="1">
                <a:solidFill>
                  <a:srgbClr val="FFFFFF"/>
                </a:solidFill>
                <a:latin typeface="IBM Plex Sans"/>
                <a:ea typeface="IBM Plex Sans"/>
                <a:cs typeface="IBM Plex Sans"/>
              </a:defRPr>
            </a:lvl8pPr>
            <a:lvl9pPr algn="ctr">
              <a:defRPr sz="1500" b="1">
                <a:solidFill>
                  <a:srgbClr val="FFFFFF"/>
                </a:solidFill>
                <a:latin typeface="IBM Plex Sans"/>
                <a:ea typeface="IBM Plex Sans"/>
                <a:cs typeface="IBM Plex Sans"/>
              </a:defRPr>
            </a:lvl9pPr>
          </a:lstStyle>
          <a:p xmlns:a="http://schemas.openxmlformats.org/drawingml/2006/main">
            <a:pPr algn="ctr">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3</a:t>
            </a:r>
          </a:p>
        </p:txBody>
      </p:sp>
      <p:sp>
        <p:nvSpPr>
          <p:cNvPr id="16" name="">
            <a:extLst xmlns:a="http://schemas.openxmlformats.org/drawingml/2006/main">
              <a:ext uri="{FF2B5EF4-FFF2-40B4-BE49-F238E27FC236}">
                <a16:creationId xmlns:a16="http://schemas.microsoft.com/office/drawing/2014/main" id="{301FC321-6ECF-44AF-A6FF-C90BE0A99976}"/>
              </a:ext>
            </a:extLst>
          </p:cNvPr>
          <p:cNvSpPr>
            <a:spLocks xmlns:a="http://schemas.openxmlformats.org/drawingml/2006/main" noGrp="1"/>
          </p:cNvSpPr>
          <p:nvPr/>
        </p:nvSpPr>
        <p:spPr>
          <a:xfrm xmlns:a="http://schemas.openxmlformats.org/drawingml/2006/main">
            <a:off x="6267450" y="2457450"/>
            <a:ext cx="1066800" cy="28575"/>
          </a:xfrm>
          <a:prstGeom xmlns:a="http://schemas.openxmlformats.org/drawingml/2006/main" prst="rect">
            <a:avLst/>
          </a:prstGeom>
          <a:solidFill xmlns:a="http://schemas.openxmlformats.org/drawingml/2006/main">
            <a:srgbClr val="CBD4C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169D1D7-60FE-4DDA-9F39-2E05A44732EB}"/>
              </a:ext>
            </a:extLst>
          </p:cNvPr>
          <p:cNvSpPr>
            <a:spLocks xmlns:a="http://schemas.openxmlformats.org/drawingml/2006/main" noGrp="1"/>
          </p:cNvSpPr>
          <p:nvPr/>
        </p:nvSpPr>
        <p:spPr>
          <a:xfrm xmlns:a="http://schemas.openxmlformats.org/drawingml/2006/main">
            <a:off x="5057775"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defRPr sz="1575" b="1">
                <a:solidFill>
                  <a:srgbClr val="10201D"/>
                </a:solidFill>
                <a:latin typeface="Sora Bold"/>
                <a:ea typeface="Sora Bold"/>
                <a:cs typeface="Sora Bold"/>
              </a:defRPr>
            </a:lvl1pPr>
            <a:lvl2pPr algn="ctr">
              <a:defRPr sz="1575" b="1">
                <a:solidFill>
                  <a:srgbClr val="10201D"/>
                </a:solidFill>
                <a:latin typeface="Sora Bold"/>
                <a:ea typeface="Sora Bold"/>
                <a:cs typeface="Sora Bold"/>
              </a:defRPr>
            </a:lvl2pPr>
            <a:lvl3pPr algn="ctr">
              <a:defRPr sz="1575" b="1">
                <a:solidFill>
                  <a:srgbClr val="10201D"/>
                </a:solidFill>
                <a:latin typeface="Sora Bold"/>
                <a:ea typeface="Sora Bold"/>
                <a:cs typeface="Sora Bold"/>
              </a:defRPr>
            </a:lvl3pPr>
            <a:lvl4pPr algn="ctr">
              <a:defRPr sz="1575" b="1">
                <a:solidFill>
                  <a:srgbClr val="10201D"/>
                </a:solidFill>
                <a:latin typeface="Sora Bold"/>
                <a:ea typeface="Sora Bold"/>
                <a:cs typeface="Sora Bold"/>
              </a:defRPr>
            </a:lvl4pPr>
            <a:lvl5pPr algn="ctr">
              <a:defRPr sz="1575" b="1">
                <a:solidFill>
                  <a:srgbClr val="10201D"/>
                </a:solidFill>
                <a:latin typeface="Sora Bold"/>
                <a:ea typeface="Sora Bold"/>
                <a:cs typeface="Sora Bold"/>
              </a:defRPr>
            </a:lvl5pPr>
            <a:lvl6pPr algn="ctr">
              <a:defRPr sz="1575" b="1">
                <a:solidFill>
                  <a:srgbClr val="10201D"/>
                </a:solidFill>
                <a:latin typeface="Sora Bold"/>
                <a:ea typeface="Sora Bold"/>
                <a:cs typeface="Sora Bold"/>
              </a:defRPr>
            </a:lvl6pPr>
            <a:lvl7pPr algn="ctr">
              <a:defRPr sz="1575" b="1">
                <a:solidFill>
                  <a:srgbClr val="10201D"/>
                </a:solidFill>
                <a:latin typeface="Sora Bold"/>
                <a:ea typeface="Sora Bold"/>
                <a:cs typeface="Sora Bold"/>
              </a:defRPr>
            </a:lvl7pPr>
            <a:lvl8pPr algn="ctr">
              <a:defRPr sz="1575" b="1">
                <a:solidFill>
                  <a:srgbClr val="10201D"/>
                </a:solidFill>
                <a:latin typeface="Sora Bold"/>
                <a:ea typeface="Sora Bold"/>
                <a:cs typeface="Sora Bold"/>
              </a:defRPr>
            </a:lvl8pPr>
            <a:lvl9pPr algn="ctr">
              <a:defRPr sz="1575" b="1">
                <a:solidFill>
                  <a:srgbClr val="10201D"/>
                </a:solidFill>
                <a:latin typeface="Sora Bold"/>
                <a:ea typeface="Sora Bold"/>
                <a:cs typeface="Sora Bold"/>
              </a:defRPr>
            </a:lvl9pPr>
          </a:lstStyle>
          <a:p xmlns:a="http://schemas.openxmlformats.org/drawingml/2006/main">
            <a:pPr algn="ctr">
              <a:defRPr sz="1575" b="1">
                <a:solidFill>
                  <a:srgbClr val="10201D"/>
                </a:solidFill>
                <a:latin typeface="Sora Bold"/>
                <a:ea typeface="Sora Bold"/>
                <a:cs typeface="Sora Bold"/>
              </a:defRPr>
            </a:pPr>
            <a:r>
              <a:rPr sz="1575" b="1">
                <a:solidFill>
                  <a:srgbClr val="10201D"/>
                </a:solidFill>
                <a:latin typeface="Sora Bold"/>
                <a:ea typeface="Sora Bold"/>
                <a:cs typeface="Sora Bold"/>
              </a:rPr>
              <a:t>Suppliers and stock</a:t>
            </a:r>
          </a:p>
        </p:txBody>
      </p:sp>
      <p:sp>
        <p:nvSpPr>
          <p:cNvPr id="18" name="">
            <a:extLst xmlns:a="http://schemas.openxmlformats.org/drawingml/2006/main">
              <a:ext uri="{FF2B5EF4-FFF2-40B4-BE49-F238E27FC236}">
                <a16:creationId xmlns:a16="http://schemas.microsoft.com/office/drawing/2014/main" id="{D1B7D126-D4AF-448D-B2B2-5DF596CC50FB}"/>
              </a:ext>
            </a:extLst>
          </p:cNvPr>
          <p:cNvSpPr>
            <a:spLocks xmlns:a="http://schemas.openxmlformats.org/drawingml/2006/main" noGrp="1"/>
          </p:cNvSpPr>
          <p:nvPr/>
        </p:nvSpPr>
        <p:spPr>
          <a:xfrm xmlns:a="http://schemas.openxmlformats.org/drawingml/2006/main">
            <a:off x="5057775"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defRPr sz="1275" b="0">
                <a:solidFill>
                  <a:srgbClr val="10201D"/>
                </a:solidFill>
                <a:latin typeface="IBM Plex Sans"/>
                <a:ea typeface="IBM Plex Sans"/>
                <a:cs typeface="IBM Plex Sans"/>
              </a:defRPr>
            </a:lvl1pPr>
            <a:lvl2pPr algn="ctr">
              <a:defRPr sz="1275" b="0">
                <a:solidFill>
                  <a:srgbClr val="10201D"/>
                </a:solidFill>
                <a:latin typeface="IBM Plex Sans"/>
                <a:ea typeface="IBM Plex Sans"/>
                <a:cs typeface="IBM Plex Sans"/>
              </a:defRPr>
            </a:lvl2pPr>
            <a:lvl3pPr algn="ctr">
              <a:defRPr sz="1275" b="0">
                <a:solidFill>
                  <a:srgbClr val="10201D"/>
                </a:solidFill>
                <a:latin typeface="IBM Plex Sans"/>
                <a:ea typeface="IBM Plex Sans"/>
                <a:cs typeface="IBM Plex Sans"/>
              </a:defRPr>
            </a:lvl3pPr>
            <a:lvl4pPr algn="ctr">
              <a:defRPr sz="1275" b="0">
                <a:solidFill>
                  <a:srgbClr val="10201D"/>
                </a:solidFill>
                <a:latin typeface="IBM Plex Sans"/>
                <a:ea typeface="IBM Plex Sans"/>
                <a:cs typeface="IBM Plex Sans"/>
              </a:defRPr>
            </a:lvl4pPr>
            <a:lvl5pPr algn="ctr">
              <a:defRPr sz="1275" b="0">
                <a:solidFill>
                  <a:srgbClr val="10201D"/>
                </a:solidFill>
                <a:latin typeface="IBM Plex Sans"/>
                <a:ea typeface="IBM Plex Sans"/>
                <a:cs typeface="IBM Plex Sans"/>
              </a:defRPr>
            </a:lvl5pPr>
            <a:lvl6pPr algn="ctr">
              <a:defRPr sz="1275" b="0">
                <a:solidFill>
                  <a:srgbClr val="10201D"/>
                </a:solidFill>
                <a:latin typeface="IBM Plex Sans"/>
                <a:ea typeface="IBM Plex Sans"/>
                <a:cs typeface="IBM Plex Sans"/>
              </a:defRPr>
            </a:lvl6pPr>
            <a:lvl7pPr algn="ctr">
              <a:defRPr sz="1275" b="0">
                <a:solidFill>
                  <a:srgbClr val="10201D"/>
                </a:solidFill>
                <a:latin typeface="IBM Plex Sans"/>
                <a:ea typeface="IBM Plex Sans"/>
                <a:cs typeface="IBM Plex Sans"/>
              </a:defRPr>
            </a:lvl7pPr>
            <a:lvl8pPr algn="ctr">
              <a:defRPr sz="1275" b="0">
                <a:solidFill>
                  <a:srgbClr val="10201D"/>
                </a:solidFill>
                <a:latin typeface="IBM Plex Sans"/>
                <a:ea typeface="IBM Plex Sans"/>
                <a:cs typeface="IBM Plex Sans"/>
              </a:defRPr>
            </a:lvl8pPr>
            <a:lvl9pPr algn="ctr">
              <a:defRPr sz="1275" b="0">
                <a:solidFill>
                  <a:srgbClr val="10201D"/>
                </a:solidFill>
                <a:latin typeface="IBM Plex Sans"/>
                <a:ea typeface="IBM Plex Sans"/>
                <a:cs typeface="IBM Plex Sans"/>
              </a:defRPr>
            </a:lvl9pPr>
          </a:lstStyle>
          <a:p xmlns:a="http://schemas.openxmlformats.org/drawingml/2006/main">
            <a:pPr algn="ctr">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Add suppliers, record purchases and batches.</a:t>
            </a:r>
          </a:p>
        </p:txBody>
      </p:sp>
      <p:sp>
        <p:nvSpPr>
          <p:cNvPr id="19" name="">
            <a:extLst xmlns:a="http://schemas.openxmlformats.org/drawingml/2006/main">
              <a:ext uri="{FF2B5EF4-FFF2-40B4-BE49-F238E27FC236}">
                <a16:creationId xmlns:a16="http://schemas.microsoft.com/office/drawing/2014/main" id="{BFE21DBF-D9FE-4F1A-8715-34D0DEE1E5AA}"/>
              </a:ext>
            </a:extLst>
          </p:cNvPr>
          <p:cNvSpPr>
            <a:spLocks xmlns:a="http://schemas.openxmlformats.org/drawingml/2006/main" noGrp="1"/>
          </p:cNvSpPr>
          <p:nvPr/>
        </p:nvSpPr>
        <p:spPr>
          <a:xfrm xmlns:a="http://schemas.openxmlformats.org/drawingml/2006/main">
            <a:off x="8029575" y="2228850"/>
            <a:ext cx="514350" cy="51435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AE836EE-DF1D-46CC-9100-96A3FF7C9703}"/>
              </a:ext>
            </a:extLst>
          </p:cNvPr>
          <p:cNvSpPr>
            <a:spLocks xmlns:a="http://schemas.openxmlformats.org/drawingml/2006/main" noGrp="1"/>
          </p:cNvSpPr>
          <p:nvPr/>
        </p:nvSpPr>
        <p:spPr>
          <a:xfrm xmlns:a="http://schemas.openxmlformats.org/drawingml/2006/main">
            <a:off x="8029575"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defRPr sz="1500" b="1">
                <a:solidFill>
                  <a:srgbClr val="FFFFFF"/>
                </a:solidFill>
                <a:latin typeface="IBM Plex Sans"/>
                <a:ea typeface="IBM Plex Sans"/>
                <a:cs typeface="IBM Plex Sans"/>
              </a:defRPr>
            </a:lvl1pPr>
            <a:lvl2pPr algn="ctr">
              <a:defRPr sz="1500" b="1">
                <a:solidFill>
                  <a:srgbClr val="FFFFFF"/>
                </a:solidFill>
                <a:latin typeface="IBM Plex Sans"/>
                <a:ea typeface="IBM Plex Sans"/>
                <a:cs typeface="IBM Plex Sans"/>
              </a:defRPr>
            </a:lvl2pPr>
            <a:lvl3pPr algn="ctr">
              <a:defRPr sz="1500" b="1">
                <a:solidFill>
                  <a:srgbClr val="FFFFFF"/>
                </a:solidFill>
                <a:latin typeface="IBM Plex Sans"/>
                <a:ea typeface="IBM Plex Sans"/>
                <a:cs typeface="IBM Plex Sans"/>
              </a:defRPr>
            </a:lvl3pPr>
            <a:lvl4pPr algn="ctr">
              <a:defRPr sz="1500" b="1">
                <a:solidFill>
                  <a:srgbClr val="FFFFFF"/>
                </a:solidFill>
                <a:latin typeface="IBM Plex Sans"/>
                <a:ea typeface="IBM Plex Sans"/>
                <a:cs typeface="IBM Plex Sans"/>
              </a:defRPr>
            </a:lvl4pPr>
            <a:lvl5pPr algn="ctr">
              <a:defRPr sz="1500" b="1">
                <a:solidFill>
                  <a:srgbClr val="FFFFFF"/>
                </a:solidFill>
                <a:latin typeface="IBM Plex Sans"/>
                <a:ea typeface="IBM Plex Sans"/>
                <a:cs typeface="IBM Plex Sans"/>
              </a:defRPr>
            </a:lvl5pPr>
            <a:lvl6pPr algn="ctr">
              <a:defRPr sz="1500" b="1">
                <a:solidFill>
                  <a:srgbClr val="FFFFFF"/>
                </a:solidFill>
                <a:latin typeface="IBM Plex Sans"/>
                <a:ea typeface="IBM Plex Sans"/>
                <a:cs typeface="IBM Plex Sans"/>
              </a:defRPr>
            </a:lvl6pPr>
            <a:lvl7pPr algn="ctr">
              <a:defRPr sz="1500" b="1">
                <a:solidFill>
                  <a:srgbClr val="FFFFFF"/>
                </a:solidFill>
                <a:latin typeface="IBM Plex Sans"/>
                <a:ea typeface="IBM Plex Sans"/>
                <a:cs typeface="IBM Plex Sans"/>
              </a:defRPr>
            </a:lvl7pPr>
            <a:lvl8pPr algn="ctr">
              <a:defRPr sz="1500" b="1">
                <a:solidFill>
                  <a:srgbClr val="FFFFFF"/>
                </a:solidFill>
                <a:latin typeface="IBM Plex Sans"/>
                <a:ea typeface="IBM Plex Sans"/>
                <a:cs typeface="IBM Plex Sans"/>
              </a:defRPr>
            </a:lvl8pPr>
            <a:lvl9pPr algn="ctr">
              <a:defRPr sz="1500" b="1">
                <a:solidFill>
                  <a:srgbClr val="FFFFFF"/>
                </a:solidFill>
                <a:latin typeface="IBM Plex Sans"/>
                <a:ea typeface="IBM Plex Sans"/>
                <a:cs typeface="IBM Plex Sans"/>
              </a:defRPr>
            </a:lvl9pPr>
          </a:lstStyle>
          <a:p xmlns:a="http://schemas.openxmlformats.org/drawingml/2006/main">
            <a:pPr algn="ctr">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4</a:t>
            </a:r>
          </a:p>
        </p:txBody>
      </p:sp>
      <p:sp>
        <p:nvSpPr>
          <p:cNvPr id="21" name="">
            <a:extLst xmlns:a="http://schemas.openxmlformats.org/drawingml/2006/main">
              <a:ext uri="{FF2B5EF4-FFF2-40B4-BE49-F238E27FC236}">
                <a16:creationId xmlns:a16="http://schemas.microsoft.com/office/drawing/2014/main" id="{FAC6F43A-AE1E-4734-9E80-CC276C16A3A5}"/>
              </a:ext>
            </a:extLst>
          </p:cNvPr>
          <p:cNvSpPr>
            <a:spLocks xmlns:a="http://schemas.openxmlformats.org/drawingml/2006/main" noGrp="1"/>
          </p:cNvSpPr>
          <p:nvPr/>
        </p:nvSpPr>
        <p:spPr>
          <a:xfrm xmlns:a="http://schemas.openxmlformats.org/drawingml/2006/main">
            <a:off x="8543925" y="2457450"/>
            <a:ext cx="1066800" cy="28575"/>
          </a:xfrm>
          <a:prstGeom xmlns:a="http://schemas.openxmlformats.org/drawingml/2006/main" prst="rect">
            <a:avLst/>
          </a:prstGeom>
          <a:solidFill xmlns:a="http://schemas.openxmlformats.org/drawingml/2006/main">
            <a:srgbClr val="CBD4C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BC6A61-8126-4C30-B5F3-85A90801FFA0}"/>
              </a:ext>
            </a:extLst>
          </p:cNvPr>
          <p:cNvSpPr>
            <a:spLocks xmlns:a="http://schemas.openxmlformats.org/drawingml/2006/main" noGrp="1"/>
          </p:cNvSpPr>
          <p:nvPr/>
        </p:nvSpPr>
        <p:spPr>
          <a:xfrm xmlns:a="http://schemas.openxmlformats.org/drawingml/2006/main">
            <a:off x="7334250"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defRPr sz="1575" b="1">
                <a:solidFill>
                  <a:srgbClr val="10201D"/>
                </a:solidFill>
                <a:latin typeface="Sora Bold"/>
                <a:ea typeface="Sora Bold"/>
                <a:cs typeface="Sora Bold"/>
              </a:defRPr>
            </a:lvl1pPr>
            <a:lvl2pPr algn="ctr">
              <a:defRPr sz="1575" b="1">
                <a:solidFill>
                  <a:srgbClr val="10201D"/>
                </a:solidFill>
                <a:latin typeface="Sora Bold"/>
                <a:ea typeface="Sora Bold"/>
                <a:cs typeface="Sora Bold"/>
              </a:defRPr>
            </a:lvl2pPr>
            <a:lvl3pPr algn="ctr">
              <a:defRPr sz="1575" b="1">
                <a:solidFill>
                  <a:srgbClr val="10201D"/>
                </a:solidFill>
                <a:latin typeface="Sora Bold"/>
                <a:ea typeface="Sora Bold"/>
                <a:cs typeface="Sora Bold"/>
              </a:defRPr>
            </a:lvl3pPr>
            <a:lvl4pPr algn="ctr">
              <a:defRPr sz="1575" b="1">
                <a:solidFill>
                  <a:srgbClr val="10201D"/>
                </a:solidFill>
                <a:latin typeface="Sora Bold"/>
                <a:ea typeface="Sora Bold"/>
                <a:cs typeface="Sora Bold"/>
              </a:defRPr>
            </a:lvl4pPr>
            <a:lvl5pPr algn="ctr">
              <a:defRPr sz="1575" b="1">
                <a:solidFill>
                  <a:srgbClr val="10201D"/>
                </a:solidFill>
                <a:latin typeface="Sora Bold"/>
                <a:ea typeface="Sora Bold"/>
                <a:cs typeface="Sora Bold"/>
              </a:defRPr>
            </a:lvl5pPr>
            <a:lvl6pPr algn="ctr">
              <a:defRPr sz="1575" b="1">
                <a:solidFill>
                  <a:srgbClr val="10201D"/>
                </a:solidFill>
                <a:latin typeface="Sora Bold"/>
                <a:ea typeface="Sora Bold"/>
                <a:cs typeface="Sora Bold"/>
              </a:defRPr>
            </a:lvl6pPr>
            <a:lvl7pPr algn="ctr">
              <a:defRPr sz="1575" b="1">
                <a:solidFill>
                  <a:srgbClr val="10201D"/>
                </a:solidFill>
                <a:latin typeface="Sora Bold"/>
                <a:ea typeface="Sora Bold"/>
                <a:cs typeface="Sora Bold"/>
              </a:defRPr>
            </a:lvl7pPr>
            <a:lvl8pPr algn="ctr">
              <a:defRPr sz="1575" b="1">
                <a:solidFill>
                  <a:srgbClr val="10201D"/>
                </a:solidFill>
                <a:latin typeface="Sora Bold"/>
                <a:ea typeface="Sora Bold"/>
                <a:cs typeface="Sora Bold"/>
              </a:defRPr>
            </a:lvl8pPr>
            <a:lvl9pPr algn="ctr">
              <a:defRPr sz="1575" b="1">
                <a:solidFill>
                  <a:srgbClr val="10201D"/>
                </a:solidFill>
                <a:latin typeface="Sora Bold"/>
                <a:ea typeface="Sora Bold"/>
                <a:cs typeface="Sora Bold"/>
              </a:defRPr>
            </a:lvl9pPr>
          </a:lstStyle>
          <a:p xmlns:a="http://schemas.openxmlformats.org/drawingml/2006/main">
            <a:pPr algn="ctr">
              <a:defRPr sz="1575" b="1">
                <a:solidFill>
                  <a:srgbClr val="10201D"/>
                </a:solidFill>
                <a:latin typeface="Sora Bold"/>
                <a:ea typeface="Sora Bold"/>
                <a:cs typeface="Sora Bold"/>
              </a:defRPr>
            </a:pPr>
            <a:r>
              <a:rPr sz="1575" b="1">
                <a:solidFill>
                  <a:srgbClr val="10201D"/>
                </a:solidFill>
                <a:latin typeface="Sora Bold"/>
                <a:ea typeface="Sora Bold"/>
                <a:cs typeface="Sora Bold"/>
              </a:rPr>
              <a:t>Staff and devices</a:t>
            </a:r>
          </a:p>
        </p:txBody>
      </p:sp>
      <p:sp>
        <p:nvSpPr>
          <p:cNvPr id="23" name="">
            <a:extLst xmlns:a="http://schemas.openxmlformats.org/drawingml/2006/main">
              <a:ext uri="{FF2B5EF4-FFF2-40B4-BE49-F238E27FC236}">
                <a16:creationId xmlns:a16="http://schemas.microsoft.com/office/drawing/2014/main" id="{3A2E5F04-2E6F-4F63-82C7-59544451D309}"/>
              </a:ext>
            </a:extLst>
          </p:cNvPr>
          <p:cNvSpPr>
            <a:spLocks xmlns:a="http://schemas.openxmlformats.org/drawingml/2006/main" noGrp="1"/>
          </p:cNvSpPr>
          <p:nvPr/>
        </p:nvSpPr>
        <p:spPr>
          <a:xfrm xmlns:a="http://schemas.openxmlformats.org/drawingml/2006/main">
            <a:off x="7334250"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defRPr sz="1275" b="0">
                <a:solidFill>
                  <a:srgbClr val="10201D"/>
                </a:solidFill>
                <a:latin typeface="IBM Plex Sans"/>
                <a:ea typeface="IBM Plex Sans"/>
                <a:cs typeface="IBM Plex Sans"/>
              </a:defRPr>
            </a:lvl1pPr>
            <a:lvl2pPr algn="ctr">
              <a:defRPr sz="1275" b="0">
                <a:solidFill>
                  <a:srgbClr val="10201D"/>
                </a:solidFill>
                <a:latin typeface="IBM Plex Sans"/>
                <a:ea typeface="IBM Plex Sans"/>
                <a:cs typeface="IBM Plex Sans"/>
              </a:defRPr>
            </a:lvl2pPr>
            <a:lvl3pPr algn="ctr">
              <a:defRPr sz="1275" b="0">
                <a:solidFill>
                  <a:srgbClr val="10201D"/>
                </a:solidFill>
                <a:latin typeface="IBM Plex Sans"/>
                <a:ea typeface="IBM Plex Sans"/>
                <a:cs typeface="IBM Plex Sans"/>
              </a:defRPr>
            </a:lvl3pPr>
            <a:lvl4pPr algn="ctr">
              <a:defRPr sz="1275" b="0">
                <a:solidFill>
                  <a:srgbClr val="10201D"/>
                </a:solidFill>
                <a:latin typeface="IBM Plex Sans"/>
                <a:ea typeface="IBM Plex Sans"/>
                <a:cs typeface="IBM Plex Sans"/>
              </a:defRPr>
            </a:lvl4pPr>
            <a:lvl5pPr algn="ctr">
              <a:defRPr sz="1275" b="0">
                <a:solidFill>
                  <a:srgbClr val="10201D"/>
                </a:solidFill>
                <a:latin typeface="IBM Plex Sans"/>
                <a:ea typeface="IBM Plex Sans"/>
                <a:cs typeface="IBM Plex Sans"/>
              </a:defRPr>
            </a:lvl5pPr>
            <a:lvl6pPr algn="ctr">
              <a:defRPr sz="1275" b="0">
                <a:solidFill>
                  <a:srgbClr val="10201D"/>
                </a:solidFill>
                <a:latin typeface="IBM Plex Sans"/>
                <a:ea typeface="IBM Plex Sans"/>
                <a:cs typeface="IBM Plex Sans"/>
              </a:defRPr>
            </a:lvl6pPr>
            <a:lvl7pPr algn="ctr">
              <a:defRPr sz="1275" b="0">
                <a:solidFill>
                  <a:srgbClr val="10201D"/>
                </a:solidFill>
                <a:latin typeface="IBM Plex Sans"/>
                <a:ea typeface="IBM Plex Sans"/>
                <a:cs typeface="IBM Plex Sans"/>
              </a:defRPr>
            </a:lvl7pPr>
            <a:lvl8pPr algn="ctr">
              <a:defRPr sz="1275" b="0">
                <a:solidFill>
                  <a:srgbClr val="10201D"/>
                </a:solidFill>
                <a:latin typeface="IBM Plex Sans"/>
                <a:ea typeface="IBM Plex Sans"/>
                <a:cs typeface="IBM Plex Sans"/>
              </a:defRPr>
            </a:lvl8pPr>
            <a:lvl9pPr algn="ctr">
              <a:defRPr sz="1275" b="0">
                <a:solidFill>
                  <a:srgbClr val="10201D"/>
                </a:solidFill>
                <a:latin typeface="IBM Plex Sans"/>
                <a:ea typeface="IBM Plex Sans"/>
                <a:cs typeface="IBM Plex Sans"/>
              </a:defRPr>
            </a:lvl9pPr>
          </a:lstStyle>
          <a:p xmlns:a="http://schemas.openxmlformats.org/drawingml/2006/main">
            <a:pPr algn="ctr">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Set access roles and review printer settings.</a:t>
            </a:r>
          </a:p>
        </p:txBody>
      </p:sp>
      <p:sp>
        <p:nvSpPr>
          <p:cNvPr id="24" name="">
            <a:extLst xmlns:a="http://schemas.openxmlformats.org/drawingml/2006/main">
              <a:ext uri="{FF2B5EF4-FFF2-40B4-BE49-F238E27FC236}">
                <a16:creationId xmlns:a16="http://schemas.microsoft.com/office/drawing/2014/main" id="{400DA87F-DA85-4EEB-B9B9-03D8F201A27D}"/>
              </a:ext>
            </a:extLst>
          </p:cNvPr>
          <p:cNvSpPr>
            <a:spLocks xmlns:a="http://schemas.openxmlformats.org/drawingml/2006/main" noGrp="1"/>
          </p:cNvSpPr>
          <p:nvPr/>
        </p:nvSpPr>
        <p:spPr>
          <a:xfrm xmlns:a="http://schemas.openxmlformats.org/drawingml/2006/main">
            <a:off x="10306050" y="2228850"/>
            <a:ext cx="514350" cy="51435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168BF06-368F-4CC2-AB55-4B1AB5DBE92F}"/>
              </a:ext>
            </a:extLst>
          </p:cNvPr>
          <p:cNvSpPr>
            <a:spLocks xmlns:a="http://schemas.openxmlformats.org/drawingml/2006/main" noGrp="1"/>
          </p:cNvSpPr>
          <p:nvPr/>
        </p:nvSpPr>
        <p:spPr>
          <a:xfrm xmlns:a="http://schemas.openxmlformats.org/drawingml/2006/main">
            <a:off x="10306050" y="23241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IBM Plex Sans"/>
                <a:ea typeface="IBM Plex Sans"/>
                <a:cs typeface="IBM Plex Sans"/>
              </a:defRPr>
            </a:defPPr>
            <a:lvl1pPr algn="ctr">
              <a:defRPr sz="1500" b="1">
                <a:solidFill>
                  <a:srgbClr val="FFFFFF"/>
                </a:solidFill>
                <a:latin typeface="IBM Plex Sans"/>
                <a:ea typeface="IBM Plex Sans"/>
                <a:cs typeface="IBM Plex Sans"/>
              </a:defRPr>
            </a:lvl1pPr>
            <a:lvl2pPr algn="ctr">
              <a:defRPr sz="1500" b="1">
                <a:solidFill>
                  <a:srgbClr val="FFFFFF"/>
                </a:solidFill>
                <a:latin typeface="IBM Plex Sans"/>
                <a:ea typeface="IBM Plex Sans"/>
                <a:cs typeface="IBM Plex Sans"/>
              </a:defRPr>
            </a:lvl2pPr>
            <a:lvl3pPr algn="ctr">
              <a:defRPr sz="1500" b="1">
                <a:solidFill>
                  <a:srgbClr val="FFFFFF"/>
                </a:solidFill>
                <a:latin typeface="IBM Plex Sans"/>
                <a:ea typeface="IBM Plex Sans"/>
                <a:cs typeface="IBM Plex Sans"/>
              </a:defRPr>
            </a:lvl3pPr>
            <a:lvl4pPr algn="ctr">
              <a:defRPr sz="1500" b="1">
                <a:solidFill>
                  <a:srgbClr val="FFFFFF"/>
                </a:solidFill>
                <a:latin typeface="IBM Plex Sans"/>
                <a:ea typeface="IBM Plex Sans"/>
                <a:cs typeface="IBM Plex Sans"/>
              </a:defRPr>
            </a:lvl4pPr>
            <a:lvl5pPr algn="ctr">
              <a:defRPr sz="1500" b="1">
                <a:solidFill>
                  <a:srgbClr val="FFFFFF"/>
                </a:solidFill>
                <a:latin typeface="IBM Plex Sans"/>
                <a:ea typeface="IBM Plex Sans"/>
                <a:cs typeface="IBM Plex Sans"/>
              </a:defRPr>
            </a:lvl5pPr>
            <a:lvl6pPr algn="ctr">
              <a:defRPr sz="1500" b="1">
                <a:solidFill>
                  <a:srgbClr val="FFFFFF"/>
                </a:solidFill>
                <a:latin typeface="IBM Plex Sans"/>
                <a:ea typeface="IBM Plex Sans"/>
                <a:cs typeface="IBM Plex Sans"/>
              </a:defRPr>
            </a:lvl6pPr>
            <a:lvl7pPr algn="ctr">
              <a:defRPr sz="1500" b="1">
                <a:solidFill>
                  <a:srgbClr val="FFFFFF"/>
                </a:solidFill>
                <a:latin typeface="IBM Plex Sans"/>
                <a:ea typeface="IBM Plex Sans"/>
                <a:cs typeface="IBM Plex Sans"/>
              </a:defRPr>
            </a:lvl7pPr>
            <a:lvl8pPr algn="ctr">
              <a:defRPr sz="1500" b="1">
                <a:solidFill>
                  <a:srgbClr val="FFFFFF"/>
                </a:solidFill>
                <a:latin typeface="IBM Plex Sans"/>
                <a:ea typeface="IBM Plex Sans"/>
                <a:cs typeface="IBM Plex Sans"/>
              </a:defRPr>
            </a:lvl8pPr>
            <a:lvl9pPr algn="ctr">
              <a:defRPr sz="1500" b="1">
                <a:solidFill>
                  <a:srgbClr val="FFFFFF"/>
                </a:solidFill>
                <a:latin typeface="IBM Plex Sans"/>
                <a:ea typeface="IBM Plex Sans"/>
                <a:cs typeface="IBM Plex Sans"/>
              </a:defRPr>
            </a:lvl9pPr>
          </a:lstStyle>
          <a:p xmlns:a="http://schemas.openxmlformats.org/drawingml/2006/main">
            <a:pPr algn="ctr">
              <a:defRPr sz="1500" b="1">
                <a:solidFill>
                  <a:srgbClr val="FFFFFF"/>
                </a:solidFill>
                <a:latin typeface="IBM Plex Sans"/>
                <a:ea typeface="IBM Plex Sans"/>
                <a:cs typeface="IBM Plex Sans"/>
              </a:defRPr>
            </a:pPr>
            <a:r>
              <a:rPr sz="1500" b="1">
                <a:solidFill>
                  <a:srgbClr val="FFFFFF"/>
                </a:solidFill>
                <a:latin typeface="IBM Plex Sans"/>
                <a:ea typeface="IBM Plex Sans"/>
                <a:cs typeface="IBM Plex Sans"/>
              </a:rPr>
              <a:t>5</a:t>
            </a:r>
          </a:p>
        </p:txBody>
      </p:sp>
      <p:sp>
        <p:nvSpPr>
          <p:cNvPr id="26" name="">
            <a:extLst xmlns:a="http://schemas.openxmlformats.org/drawingml/2006/main">
              <a:ext uri="{FF2B5EF4-FFF2-40B4-BE49-F238E27FC236}">
                <a16:creationId xmlns:a16="http://schemas.microsoft.com/office/drawing/2014/main" id="{81C462E3-8192-450B-9EBA-EF00D5CF4BCB}"/>
              </a:ext>
            </a:extLst>
          </p:cNvPr>
          <p:cNvSpPr>
            <a:spLocks xmlns:a="http://schemas.openxmlformats.org/drawingml/2006/main" noGrp="1"/>
          </p:cNvSpPr>
          <p:nvPr/>
        </p:nvSpPr>
        <p:spPr>
          <a:xfrm xmlns:a="http://schemas.openxmlformats.org/drawingml/2006/main">
            <a:off x="9610725" y="2990850"/>
            <a:ext cx="190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0201D"/>
                </a:solidFill>
                <a:latin typeface="Sora Bold"/>
                <a:ea typeface="Sora Bold"/>
                <a:cs typeface="Sora Bold"/>
              </a:defRPr>
            </a:defPPr>
            <a:lvl1pPr algn="ctr">
              <a:defRPr sz="1575" b="1">
                <a:solidFill>
                  <a:srgbClr val="10201D"/>
                </a:solidFill>
                <a:latin typeface="Sora Bold"/>
                <a:ea typeface="Sora Bold"/>
                <a:cs typeface="Sora Bold"/>
              </a:defRPr>
            </a:lvl1pPr>
            <a:lvl2pPr algn="ctr">
              <a:defRPr sz="1575" b="1">
                <a:solidFill>
                  <a:srgbClr val="10201D"/>
                </a:solidFill>
                <a:latin typeface="Sora Bold"/>
                <a:ea typeface="Sora Bold"/>
                <a:cs typeface="Sora Bold"/>
              </a:defRPr>
            </a:lvl2pPr>
            <a:lvl3pPr algn="ctr">
              <a:defRPr sz="1575" b="1">
                <a:solidFill>
                  <a:srgbClr val="10201D"/>
                </a:solidFill>
                <a:latin typeface="Sora Bold"/>
                <a:ea typeface="Sora Bold"/>
                <a:cs typeface="Sora Bold"/>
              </a:defRPr>
            </a:lvl3pPr>
            <a:lvl4pPr algn="ctr">
              <a:defRPr sz="1575" b="1">
                <a:solidFill>
                  <a:srgbClr val="10201D"/>
                </a:solidFill>
                <a:latin typeface="Sora Bold"/>
                <a:ea typeface="Sora Bold"/>
                <a:cs typeface="Sora Bold"/>
              </a:defRPr>
            </a:lvl4pPr>
            <a:lvl5pPr algn="ctr">
              <a:defRPr sz="1575" b="1">
                <a:solidFill>
                  <a:srgbClr val="10201D"/>
                </a:solidFill>
                <a:latin typeface="Sora Bold"/>
                <a:ea typeface="Sora Bold"/>
                <a:cs typeface="Sora Bold"/>
              </a:defRPr>
            </a:lvl5pPr>
            <a:lvl6pPr algn="ctr">
              <a:defRPr sz="1575" b="1">
                <a:solidFill>
                  <a:srgbClr val="10201D"/>
                </a:solidFill>
                <a:latin typeface="Sora Bold"/>
                <a:ea typeface="Sora Bold"/>
                <a:cs typeface="Sora Bold"/>
              </a:defRPr>
            </a:lvl6pPr>
            <a:lvl7pPr algn="ctr">
              <a:defRPr sz="1575" b="1">
                <a:solidFill>
                  <a:srgbClr val="10201D"/>
                </a:solidFill>
                <a:latin typeface="Sora Bold"/>
                <a:ea typeface="Sora Bold"/>
                <a:cs typeface="Sora Bold"/>
              </a:defRPr>
            </a:lvl7pPr>
            <a:lvl8pPr algn="ctr">
              <a:defRPr sz="1575" b="1">
                <a:solidFill>
                  <a:srgbClr val="10201D"/>
                </a:solidFill>
                <a:latin typeface="Sora Bold"/>
                <a:ea typeface="Sora Bold"/>
                <a:cs typeface="Sora Bold"/>
              </a:defRPr>
            </a:lvl8pPr>
            <a:lvl9pPr algn="ctr">
              <a:defRPr sz="1575" b="1">
                <a:solidFill>
                  <a:srgbClr val="10201D"/>
                </a:solidFill>
                <a:latin typeface="Sora Bold"/>
                <a:ea typeface="Sora Bold"/>
                <a:cs typeface="Sora Bold"/>
              </a:defRPr>
            </a:lvl9pPr>
          </a:lstStyle>
          <a:p xmlns:a="http://schemas.openxmlformats.org/drawingml/2006/main">
            <a:pPr algn="ctr">
              <a:defRPr sz="1575" b="1">
                <a:solidFill>
                  <a:srgbClr val="10201D"/>
                </a:solidFill>
                <a:latin typeface="Sora Bold"/>
                <a:ea typeface="Sora Bold"/>
                <a:cs typeface="Sora Bold"/>
              </a:defRPr>
            </a:pPr>
            <a:r>
              <a:rPr sz="1575" b="1">
                <a:solidFill>
                  <a:srgbClr val="10201D"/>
                </a:solidFill>
                <a:latin typeface="Sora Bold"/>
                <a:ea typeface="Sora Bold"/>
                <a:cs typeface="Sora Bold"/>
              </a:rPr>
              <a:t>Practice and review</a:t>
            </a:r>
          </a:p>
        </p:txBody>
      </p:sp>
      <p:sp>
        <p:nvSpPr>
          <p:cNvPr id="27" name="">
            <a:extLst xmlns:a="http://schemas.openxmlformats.org/drawingml/2006/main">
              <a:ext uri="{FF2B5EF4-FFF2-40B4-BE49-F238E27FC236}">
                <a16:creationId xmlns:a16="http://schemas.microsoft.com/office/drawing/2014/main" id="{7A61E169-0D18-4A44-9B5F-213767EA7EB2}"/>
              </a:ext>
            </a:extLst>
          </p:cNvPr>
          <p:cNvSpPr>
            <a:spLocks xmlns:a="http://schemas.openxmlformats.org/drawingml/2006/main" noGrp="1"/>
          </p:cNvSpPr>
          <p:nvPr/>
        </p:nvSpPr>
        <p:spPr>
          <a:xfrm xmlns:a="http://schemas.openxmlformats.org/drawingml/2006/main">
            <a:off x="9610725" y="3571875"/>
            <a:ext cx="1905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10201D"/>
                </a:solidFill>
                <a:latin typeface="IBM Plex Sans"/>
                <a:ea typeface="IBM Plex Sans"/>
                <a:cs typeface="IBM Plex Sans"/>
              </a:defRPr>
            </a:defPPr>
            <a:lvl1pPr algn="ctr">
              <a:defRPr sz="1275" b="0">
                <a:solidFill>
                  <a:srgbClr val="10201D"/>
                </a:solidFill>
                <a:latin typeface="IBM Plex Sans"/>
                <a:ea typeface="IBM Plex Sans"/>
                <a:cs typeface="IBM Plex Sans"/>
              </a:defRPr>
            </a:lvl1pPr>
            <a:lvl2pPr algn="ctr">
              <a:defRPr sz="1275" b="0">
                <a:solidFill>
                  <a:srgbClr val="10201D"/>
                </a:solidFill>
                <a:latin typeface="IBM Plex Sans"/>
                <a:ea typeface="IBM Plex Sans"/>
                <a:cs typeface="IBM Plex Sans"/>
              </a:defRPr>
            </a:lvl2pPr>
            <a:lvl3pPr algn="ctr">
              <a:defRPr sz="1275" b="0">
                <a:solidFill>
                  <a:srgbClr val="10201D"/>
                </a:solidFill>
                <a:latin typeface="IBM Plex Sans"/>
                <a:ea typeface="IBM Plex Sans"/>
                <a:cs typeface="IBM Plex Sans"/>
              </a:defRPr>
            </a:lvl3pPr>
            <a:lvl4pPr algn="ctr">
              <a:defRPr sz="1275" b="0">
                <a:solidFill>
                  <a:srgbClr val="10201D"/>
                </a:solidFill>
                <a:latin typeface="IBM Plex Sans"/>
                <a:ea typeface="IBM Plex Sans"/>
                <a:cs typeface="IBM Plex Sans"/>
              </a:defRPr>
            </a:lvl4pPr>
            <a:lvl5pPr algn="ctr">
              <a:defRPr sz="1275" b="0">
                <a:solidFill>
                  <a:srgbClr val="10201D"/>
                </a:solidFill>
                <a:latin typeface="IBM Plex Sans"/>
                <a:ea typeface="IBM Plex Sans"/>
                <a:cs typeface="IBM Plex Sans"/>
              </a:defRPr>
            </a:lvl5pPr>
            <a:lvl6pPr algn="ctr">
              <a:defRPr sz="1275" b="0">
                <a:solidFill>
                  <a:srgbClr val="10201D"/>
                </a:solidFill>
                <a:latin typeface="IBM Plex Sans"/>
                <a:ea typeface="IBM Plex Sans"/>
                <a:cs typeface="IBM Plex Sans"/>
              </a:defRPr>
            </a:lvl6pPr>
            <a:lvl7pPr algn="ctr">
              <a:defRPr sz="1275" b="0">
                <a:solidFill>
                  <a:srgbClr val="10201D"/>
                </a:solidFill>
                <a:latin typeface="IBM Plex Sans"/>
                <a:ea typeface="IBM Plex Sans"/>
                <a:cs typeface="IBM Plex Sans"/>
              </a:defRPr>
            </a:lvl7pPr>
            <a:lvl8pPr algn="ctr">
              <a:defRPr sz="1275" b="0">
                <a:solidFill>
                  <a:srgbClr val="10201D"/>
                </a:solidFill>
                <a:latin typeface="IBM Plex Sans"/>
                <a:ea typeface="IBM Plex Sans"/>
                <a:cs typeface="IBM Plex Sans"/>
              </a:defRPr>
            </a:lvl8pPr>
            <a:lvl9pPr algn="ctr">
              <a:defRPr sz="1275" b="0">
                <a:solidFill>
                  <a:srgbClr val="10201D"/>
                </a:solidFill>
                <a:latin typeface="IBM Plex Sans"/>
                <a:ea typeface="IBM Plex Sans"/>
                <a:cs typeface="IBM Plex Sans"/>
              </a:defRPr>
            </a:lvl9pPr>
          </a:lstStyle>
          <a:p xmlns:a="http://schemas.openxmlformats.org/drawingml/2006/main">
            <a:pPr algn="ctr">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Walk through billing, reports and returns before live use.</a:t>
            </a:r>
          </a:p>
        </p:txBody>
      </p:sp>
      <p:sp>
        <p:nvSpPr>
          <p:cNvPr id="28" name="">
            <a:extLst xmlns:a="http://schemas.openxmlformats.org/drawingml/2006/main">
              <a:ext uri="{FF2B5EF4-FFF2-40B4-BE49-F238E27FC236}">
                <a16:creationId xmlns:a16="http://schemas.microsoft.com/office/drawing/2014/main" id="{24E91866-26FE-42CC-AD96-13FED6F3F57D}"/>
              </a:ext>
            </a:extLst>
          </p:cNvPr>
          <p:cNvSpPr>
            <a:spLocks xmlns:a="http://schemas.openxmlformats.org/drawingml/2006/main" noGrp="1"/>
          </p:cNvSpPr>
          <p:nvPr/>
        </p:nvSpPr>
        <p:spPr>
          <a:xfrm xmlns:a="http://schemas.openxmlformats.org/drawingml/2006/main">
            <a:off x="504825" y="5095875"/>
            <a:ext cx="111823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BD4CE"/>
            </a:solidFill>
            <a:prstDash val="solid"/>
          </a:ln>
        </p:spPr>
      </p:sp>
      <p:sp>
        <p:nvSpPr>
          <p:cNvPr id="29" name="">
            <a:extLst xmlns:a="http://schemas.openxmlformats.org/drawingml/2006/main">
              <a:ext uri="{FF2B5EF4-FFF2-40B4-BE49-F238E27FC236}">
                <a16:creationId xmlns:a16="http://schemas.microsoft.com/office/drawing/2014/main" id="{96078453-F5AA-4258-ACCC-325F14903E11}"/>
              </a:ext>
            </a:extLst>
          </p:cNvPr>
          <p:cNvSpPr>
            <a:spLocks xmlns:a="http://schemas.openxmlformats.org/drawingml/2006/main" noGrp="1"/>
          </p:cNvSpPr>
          <p:nvPr/>
        </p:nvSpPr>
        <p:spPr>
          <a:xfrm xmlns:a="http://schemas.openxmlformats.org/drawingml/2006/main">
            <a:off x="714375" y="525780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0201D"/>
                </a:solidFill>
                <a:latin typeface="IBM Plex Sans"/>
                <a:ea typeface="IBM Plex Sans"/>
                <a:cs typeface="IBM Plex Sans"/>
              </a:defRPr>
            </a:defPPr>
            <a:lvl1pPr algn="l">
              <a:defRPr sz="1350" b="1">
                <a:solidFill>
                  <a:srgbClr val="10201D"/>
                </a:solidFill>
                <a:latin typeface="IBM Plex Sans"/>
                <a:ea typeface="IBM Plex Sans"/>
                <a:cs typeface="IBM Plex Sans"/>
              </a:defRPr>
            </a:lvl1pPr>
            <a:lvl2pPr algn="l">
              <a:defRPr sz="1350" b="1">
                <a:solidFill>
                  <a:srgbClr val="10201D"/>
                </a:solidFill>
                <a:latin typeface="IBM Plex Sans"/>
                <a:ea typeface="IBM Plex Sans"/>
                <a:cs typeface="IBM Plex Sans"/>
              </a:defRPr>
            </a:lvl2pPr>
            <a:lvl3pPr algn="l">
              <a:defRPr sz="1350" b="1">
                <a:solidFill>
                  <a:srgbClr val="10201D"/>
                </a:solidFill>
                <a:latin typeface="IBM Plex Sans"/>
                <a:ea typeface="IBM Plex Sans"/>
                <a:cs typeface="IBM Plex Sans"/>
              </a:defRPr>
            </a:lvl3pPr>
            <a:lvl4pPr algn="l">
              <a:defRPr sz="1350" b="1">
                <a:solidFill>
                  <a:srgbClr val="10201D"/>
                </a:solidFill>
                <a:latin typeface="IBM Plex Sans"/>
                <a:ea typeface="IBM Plex Sans"/>
                <a:cs typeface="IBM Plex Sans"/>
              </a:defRPr>
            </a:lvl4pPr>
            <a:lvl5pPr algn="l">
              <a:defRPr sz="1350" b="1">
                <a:solidFill>
                  <a:srgbClr val="10201D"/>
                </a:solidFill>
                <a:latin typeface="IBM Plex Sans"/>
                <a:ea typeface="IBM Plex Sans"/>
                <a:cs typeface="IBM Plex Sans"/>
              </a:defRPr>
            </a:lvl5pPr>
            <a:lvl6pPr algn="l">
              <a:defRPr sz="1350" b="1">
                <a:solidFill>
                  <a:srgbClr val="10201D"/>
                </a:solidFill>
                <a:latin typeface="IBM Plex Sans"/>
                <a:ea typeface="IBM Plex Sans"/>
                <a:cs typeface="IBM Plex Sans"/>
              </a:defRPr>
            </a:lvl6pPr>
            <a:lvl7pPr algn="l">
              <a:defRPr sz="1350" b="1">
                <a:solidFill>
                  <a:srgbClr val="10201D"/>
                </a:solidFill>
                <a:latin typeface="IBM Plex Sans"/>
                <a:ea typeface="IBM Plex Sans"/>
                <a:cs typeface="IBM Plex Sans"/>
              </a:defRPr>
            </a:lvl7pPr>
            <a:lvl8pPr algn="l">
              <a:defRPr sz="1350" b="1">
                <a:solidFill>
                  <a:srgbClr val="10201D"/>
                </a:solidFill>
                <a:latin typeface="IBM Plex Sans"/>
                <a:ea typeface="IBM Plex Sans"/>
                <a:cs typeface="IBM Plex Sans"/>
              </a:defRPr>
            </a:lvl8pPr>
            <a:lvl9pPr algn="l">
              <a:defRPr sz="1350" b="1">
                <a:solidFill>
                  <a:srgbClr val="10201D"/>
                </a:solidFill>
                <a:latin typeface="IBM Plex Sans"/>
                <a:ea typeface="IBM Plex Sans"/>
                <a:cs typeface="IBM Plex Sans"/>
              </a:defRPr>
            </a:lvl9pPr>
          </a:lstStyle>
          <a:p xmlns:a="http://schemas.openxmlformats.org/drawingml/2006/main">
            <a:pPr algn="l">
              <a:defRPr sz="1350" b="1">
                <a:solidFill>
                  <a:srgbClr val="10201D"/>
                </a:solidFill>
                <a:latin typeface="IBM Plex Sans"/>
                <a:ea typeface="IBM Plex Sans"/>
                <a:cs typeface="IBM Plex Sans"/>
              </a:defRPr>
            </a:pPr>
            <a:r>
              <a:rPr sz="1350" b="1">
                <a:solidFill>
                  <a:srgbClr val="10201D"/>
                </a:solidFill>
                <a:latin typeface="IBM Plex Sans"/>
                <a:ea typeface="IBM Plex Sans"/>
                <a:cs typeface="IBM Plex Sans"/>
              </a:rPr>
              <a:t>Catalogue import alone creates medicine records; a purchase entry is needed to record billable stock.</a:t>
            </a:r>
          </a:p>
        </p:txBody>
      </p:sp>
    </p:spTree>
    <p:extLst>
      <p:ext uri="{BB962C8B-B14F-4D97-AF65-F5344CB8AC3E}">
        <p14:creationId xmlns:p14="http://schemas.microsoft.com/office/powerpoint/2010/main" val="354934295"/>
      </p:ext>
    </p:extLst>
  </p:cSld>
</p:sld>
</file>

<file path=ppt/slides/slide14.xml><?xml version="1.0" encoding="utf-8"?>
<p:sld xmlns:p="http://schemas.openxmlformats.org/presentationml/2006/main">
  <p:cSld>
    <p:bg>
      <p:bgPr>
        <a:solidFill xmlns:a="http://schemas.openxmlformats.org/drawingml/2006/main">
          <a:srgbClr val="F2F4ED"/>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9E839E1-9EED-48B3-BB83-41BE96B596CF}"/>
              </a:ext>
            </a:extLst>
          </p:cNvPr>
          <p:cNvSpPr>
            <a:spLocks xmlns:a="http://schemas.openxmlformats.org/drawingml/2006/main" noGrp="1"/>
          </p:cNvSpPr>
          <p:nvPr/>
        </p:nvSpPr>
        <p:spPr>
          <a:xfrm xmlns:a="http://schemas.openxmlformats.org/drawingml/2006/main">
            <a:off x="504825" y="3333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0A7C78"/>
                </a:solidFill>
                <a:latin typeface="IBM Plex Sans"/>
                <a:ea typeface="IBM Plex Sans"/>
                <a:cs typeface="IBM Plex Sans"/>
              </a:defRPr>
            </a:defPPr>
            <a:lvl1pPr algn="l">
              <a:defRPr sz="1050" b="1">
                <a:solidFill>
                  <a:srgbClr val="0A7C78"/>
                </a:solidFill>
                <a:latin typeface="IBM Plex Sans"/>
                <a:ea typeface="IBM Plex Sans"/>
                <a:cs typeface="IBM Plex Sans"/>
              </a:defRPr>
            </a:lvl1pPr>
            <a:lvl2pPr algn="l">
              <a:defRPr sz="1050" b="1">
                <a:solidFill>
                  <a:srgbClr val="0A7C78"/>
                </a:solidFill>
                <a:latin typeface="IBM Plex Sans"/>
                <a:ea typeface="IBM Plex Sans"/>
                <a:cs typeface="IBM Plex Sans"/>
              </a:defRPr>
            </a:lvl2pPr>
            <a:lvl3pPr algn="l">
              <a:defRPr sz="1050" b="1">
                <a:solidFill>
                  <a:srgbClr val="0A7C78"/>
                </a:solidFill>
                <a:latin typeface="IBM Plex Sans"/>
                <a:ea typeface="IBM Plex Sans"/>
                <a:cs typeface="IBM Plex Sans"/>
              </a:defRPr>
            </a:lvl3pPr>
            <a:lvl4pPr algn="l">
              <a:defRPr sz="1050" b="1">
                <a:solidFill>
                  <a:srgbClr val="0A7C78"/>
                </a:solidFill>
                <a:latin typeface="IBM Plex Sans"/>
                <a:ea typeface="IBM Plex Sans"/>
                <a:cs typeface="IBM Plex Sans"/>
              </a:defRPr>
            </a:lvl4pPr>
            <a:lvl5pPr algn="l">
              <a:defRPr sz="1050" b="1">
                <a:solidFill>
                  <a:srgbClr val="0A7C78"/>
                </a:solidFill>
                <a:latin typeface="IBM Plex Sans"/>
                <a:ea typeface="IBM Plex Sans"/>
                <a:cs typeface="IBM Plex Sans"/>
              </a:defRPr>
            </a:lvl5pPr>
            <a:lvl6pPr algn="l">
              <a:defRPr sz="1050" b="1">
                <a:solidFill>
                  <a:srgbClr val="0A7C78"/>
                </a:solidFill>
                <a:latin typeface="IBM Plex Sans"/>
                <a:ea typeface="IBM Plex Sans"/>
                <a:cs typeface="IBM Plex Sans"/>
              </a:defRPr>
            </a:lvl6pPr>
            <a:lvl7pPr algn="l">
              <a:defRPr sz="1050" b="1">
                <a:solidFill>
                  <a:srgbClr val="0A7C78"/>
                </a:solidFill>
                <a:latin typeface="IBM Plex Sans"/>
                <a:ea typeface="IBM Plex Sans"/>
                <a:cs typeface="IBM Plex Sans"/>
              </a:defRPr>
            </a:lvl7pPr>
            <a:lvl8pPr algn="l">
              <a:defRPr sz="1050" b="1">
                <a:solidFill>
                  <a:srgbClr val="0A7C78"/>
                </a:solidFill>
                <a:latin typeface="IBM Plex Sans"/>
                <a:ea typeface="IBM Plex Sans"/>
                <a:cs typeface="IBM Plex Sans"/>
              </a:defRPr>
            </a:lvl8pPr>
            <a:lvl9pPr algn="l">
              <a:defRPr sz="1050" b="1">
                <a:solidFill>
                  <a:srgbClr val="0A7C78"/>
                </a:solidFill>
                <a:latin typeface="IBM Plex Sans"/>
                <a:ea typeface="IBM Plex Sans"/>
                <a:cs typeface="IBM Plex Sans"/>
              </a:defRPr>
            </a:lvl9pPr>
          </a:lstStyle>
          <a:p xmlns:a="http://schemas.openxmlformats.org/drawingml/2006/main">
            <a:pPr algn="l">
              <a:defRPr sz="1050" b="1">
                <a:solidFill>
                  <a:srgbClr val="0A7C78"/>
                </a:solidFill>
                <a:latin typeface="IBM Plex Sans"/>
                <a:ea typeface="IBM Plex Sans"/>
                <a:cs typeface="IBM Plex Sans"/>
              </a:defRPr>
            </a:pPr>
            <a:r>
              <a:rPr sz="1050" b="1">
                <a:solidFill>
                  <a:srgbClr val="0A7C78"/>
                </a:solidFill>
                <a:latin typeface="IBM Plex Sans"/>
                <a:ea typeface="IBM Plex Sans"/>
                <a:cs typeface="IBM Plex Sans"/>
              </a:rPr>
              <a:t>BEFORE THE SHOP GOES LIVE</a:t>
            </a:r>
          </a:p>
        </p:txBody>
      </p:sp>
      <p:sp>
        <p:nvSpPr>
          <p:cNvPr id="2" name="">
            <a:extLst xmlns:a="http://schemas.openxmlformats.org/drawingml/2006/main">
              <a:ext uri="{FF2B5EF4-FFF2-40B4-BE49-F238E27FC236}">
                <a16:creationId xmlns:a16="http://schemas.microsoft.com/office/drawing/2014/main" id="{7E3671D6-F1CE-4595-B7D6-7FA446571EC4}"/>
              </a:ext>
            </a:extLst>
          </p:cNvPr>
          <p:cNvSpPr>
            <a:spLocks xmlns:a="http://schemas.openxmlformats.org/drawingml/2006/main" noGrp="1"/>
          </p:cNvSpPr>
          <p:nvPr/>
        </p:nvSpPr>
        <p:spPr>
          <a:xfrm xmlns:a="http://schemas.openxmlformats.org/drawingml/2006/main">
            <a:off x="504825" y="628650"/>
            <a:ext cx="11191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10201D"/>
                </a:solidFill>
                <a:latin typeface="Sora Bold"/>
                <a:ea typeface="Sora Bold"/>
                <a:cs typeface="Sora Bold"/>
              </a:defRPr>
            </a:defPPr>
            <a:lvl1pPr algn="l">
              <a:defRPr sz="2850" b="1">
                <a:solidFill>
                  <a:srgbClr val="10201D"/>
                </a:solidFill>
                <a:latin typeface="Sora Bold"/>
                <a:ea typeface="Sora Bold"/>
                <a:cs typeface="Sora Bold"/>
              </a:defRPr>
            </a:lvl1pPr>
            <a:lvl2pPr algn="l">
              <a:defRPr sz="2850" b="1">
                <a:solidFill>
                  <a:srgbClr val="10201D"/>
                </a:solidFill>
                <a:latin typeface="Sora Bold"/>
                <a:ea typeface="Sora Bold"/>
                <a:cs typeface="Sora Bold"/>
              </a:defRPr>
            </a:lvl2pPr>
            <a:lvl3pPr algn="l">
              <a:defRPr sz="2850" b="1">
                <a:solidFill>
                  <a:srgbClr val="10201D"/>
                </a:solidFill>
                <a:latin typeface="Sora Bold"/>
                <a:ea typeface="Sora Bold"/>
                <a:cs typeface="Sora Bold"/>
              </a:defRPr>
            </a:lvl3pPr>
            <a:lvl4pPr algn="l">
              <a:defRPr sz="2850" b="1">
                <a:solidFill>
                  <a:srgbClr val="10201D"/>
                </a:solidFill>
                <a:latin typeface="Sora Bold"/>
                <a:ea typeface="Sora Bold"/>
                <a:cs typeface="Sora Bold"/>
              </a:defRPr>
            </a:lvl4pPr>
            <a:lvl5pPr algn="l">
              <a:defRPr sz="2850" b="1">
                <a:solidFill>
                  <a:srgbClr val="10201D"/>
                </a:solidFill>
                <a:latin typeface="Sora Bold"/>
                <a:ea typeface="Sora Bold"/>
                <a:cs typeface="Sora Bold"/>
              </a:defRPr>
            </a:lvl5pPr>
            <a:lvl6pPr algn="l">
              <a:defRPr sz="2850" b="1">
                <a:solidFill>
                  <a:srgbClr val="10201D"/>
                </a:solidFill>
                <a:latin typeface="Sora Bold"/>
                <a:ea typeface="Sora Bold"/>
                <a:cs typeface="Sora Bold"/>
              </a:defRPr>
            </a:lvl6pPr>
            <a:lvl7pPr algn="l">
              <a:defRPr sz="2850" b="1">
                <a:solidFill>
                  <a:srgbClr val="10201D"/>
                </a:solidFill>
                <a:latin typeface="Sora Bold"/>
                <a:ea typeface="Sora Bold"/>
                <a:cs typeface="Sora Bold"/>
              </a:defRPr>
            </a:lvl7pPr>
            <a:lvl8pPr algn="l">
              <a:defRPr sz="2850" b="1">
                <a:solidFill>
                  <a:srgbClr val="10201D"/>
                </a:solidFill>
                <a:latin typeface="Sora Bold"/>
                <a:ea typeface="Sora Bold"/>
                <a:cs typeface="Sora Bold"/>
              </a:defRPr>
            </a:lvl8pPr>
            <a:lvl9pPr algn="l">
              <a:defRPr sz="2850" b="1">
                <a:solidFill>
                  <a:srgbClr val="10201D"/>
                </a:solidFill>
                <a:latin typeface="Sora Bold"/>
                <a:ea typeface="Sora Bold"/>
                <a:cs typeface="Sora Bold"/>
              </a:defRPr>
            </a:lvl9pPr>
          </a:lstStyle>
          <a:p xmlns:a="http://schemas.openxmlformats.org/drawingml/2006/main">
            <a:pPr algn="l">
              <a:defRPr sz="2850" b="1">
                <a:solidFill>
                  <a:srgbClr val="10201D"/>
                </a:solidFill>
                <a:latin typeface="Sora Bold"/>
                <a:ea typeface="Sora Bold"/>
                <a:cs typeface="Sora Bold"/>
              </a:defRPr>
            </a:pPr>
            <a:r>
              <a:rPr sz="2850" b="1">
                <a:solidFill>
                  <a:srgbClr val="10201D"/>
                </a:solidFill>
                <a:latin typeface="Sora Bold"/>
                <a:ea typeface="Sora Bold"/>
                <a:cs typeface="Sora Bold"/>
              </a:rPr>
              <a:t>Confirm the details that matter to your counter</a:t>
            </a:r>
          </a:p>
        </p:txBody>
      </p:sp>
      <p:sp>
        <p:nvSpPr>
          <p:cNvPr id="3" name="">
            <a:extLst xmlns:a="http://schemas.openxmlformats.org/drawingml/2006/main">
              <a:ext uri="{FF2B5EF4-FFF2-40B4-BE49-F238E27FC236}">
                <a16:creationId xmlns:a16="http://schemas.microsoft.com/office/drawing/2014/main" id="{0D9D373A-5D4F-44F6-8A69-C6C9793F26C9}"/>
              </a:ext>
            </a:extLst>
          </p:cNvPr>
          <p:cNvSpPr>
            <a:spLocks xmlns:a="http://schemas.openxmlformats.org/drawingml/2006/main" noGrp="1"/>
          </p:cNvSpPr>
          <p:nvPr/>
        </p:nvSpPr>
        <p:spPr>
          <a:xfrm xmlns:a="http://schemas.openxmlformats.org/drawingml/2006/main">
            <a:off x="504825" y="1257300"/>
            <a:ext cx="1114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0201D"/>
                </a:solidFill>
                <a:latin typeface="IBM Plex Sans"/>
                <a:ea typeface="IBM Plex Sans"/>
                <a:cs typeface="IBM Plex Sans"/>
              </a:defRPr>
            </a:defPPr>
            <a:lvl1pPr algn="l">
              <a:defRPr sz="1575" b="0">
                <a:solidFill>
                  <a:srgbClr val="10201D"/>
                </a:solidFill>
                <a:latin typeface="IBM Plex Sans"/>
                <a:ea typeface="IBM Plex Sans"/>
                <a:cs typeface="IBM Plex Sans"/>
              </a:defRPr>
            </a:lvl1pPr>
            <a:lvl2pPr algn="l">
              <a:defRPr sz="1575" b="0">
                <a:solidFill>
                  <a:srgbClr val="10201D"/>
                </a:solidFill>
                <a:latin typeface="IBM Plex Sans"/>
                <a:ea typeface="IBM Plex Sans"/>
                <a:cs typeface="IBM Plex Sans"/>
              </a:defRPr>
            </a:lvl2pPr>
            <a:lvl3pPr algn="l">
              <a:defRPr sz="1575" b="0">
                <a:solidFill>
                  <a:srgbClr val="10201D"/>
                </a:solidFill>
                <a:latin typeface="IBM Plex Sans"/>
                <a:ea typeface="IBM Plex Sans"/>
                <a:cs typeface="IBM Plex Sans"/>
              </a:defRPr>
            </a:lvl3pPr>
            <a:lvl4pPr algn="l">
              <a:defRPr sz="1575" b="0">
                <a:solidFill>
                  <a:srgbClr val="10201D"/>
                </a:solidFill>
                <a:latin typeface="IBM Plex Sans"/>
                <a:ea typeface="IBM Plex Sans"/>
                <a:cs typeface="IBM Plex Sans"/>
              </a:defRPr>
            </a:lvl4pPr>
            <a:lvl5pPr algn="l">
              <a:defRPr sz="1575" b="0">
                <a:solidFill>
                  <a:srgbClr val="10201D"/>
                </a:solidFill>
                <a:latin typeface="IBM Plex Sans"/>
                <a:ea typeface="IBM Plex Sans"/>
                <a:cs typeface="IBM Plex Sans"/>
              </a:defRPr>
            </a:lvl5pPr>
            <a:lvl6pPr algn="l">
              <a:defRPr sz="1575" b="0">
                <a:solidFill>
                  <a:srgbClr val="10201D"/>
                </a:solidFill>
                <a:latin typeface="IBM Plex Sans"/>
                <a:ea typeface="IBM Plex Sans"/>
                <a:cs typeface="IBM Plex Sans"/>
              </a:defRPr>
            </a:lvl6pPr>
            <a:lvl7pPr algn="l">
              <a:defRPr sz="1575" b="0">
                <a:solidFill>
                  <a:srgbClr val="10201D"/>
                </a:solidFill>
                <a:latin typeface="IBM Plex Sans"/>
                <a:ea typeface="IBM Plex Sans"/>
                <a:cs typeface="IBM Plex Sans"/>
              </a:defRPr>
            </a:lvl7pPr>
            <a:lvl8pPr algn="l">
              <a:defRPr sz="1575" b="0">
                <a:solidFill>
                  <a:srgbClr val="10201D"/>
                </a:solidFill>
                <a:latin typeface="IBM Plex Sans"/>
                <a:ea typeface="IBM Plex Sans"/>
                <a:cs typeface="IBM Plex Sans"/>
              </a:defRPr>
            </a:lvl8pPr>
            <a:lvl9pPr algn="l">
              <a:defRPr sz="1575" b="0">
                <a:solidFill>
                  <a:srgbClr val="10201D"/>
                </a:solidFill>
                <a:latin typeface="IBM Plex Sans"/>
                <a:ea typeface="IBM Plex Sans"/>
                <a:cs typeface="IBM Plex Sans"/>
              </a:defRPr>
            </a:lvl9pPr>
          </a:lstStyle>
          <a:p xmlns:a="http://schemas.openxmlformats.org/drawingml/2006/main">
            <a:pPr algn="l">
              <a:defRPr sz="1575" b="0">
                <a:solidFill>
                  <a:srgbClr val="10201D"/>
                </a:solidFill>
                <a:latin typeface="IBM Plex Sans"/>
                <a:ea typeface="IBM Plex Sans"/>
                <a:cs typeface="IBM Plex Sans"/>
              </a:defRPr>
            </a:pPr>
            <a:r>
              <a:rPr sz="1575" b="0">
                <a:solidFill>
                  <a:srgbClr val="10201D"/>
                </a:solidFill>
                <a:latin typeface="IBM Plex Sans"/>
                <a:ea typeface="IBM Plex Sans"/>
                <a:cs typeface="IBM Plex Sans"/>
              </a:rPr>
              <a:t>A short workflow review helps make sure the software fits the shop’s real devices, records and staff routines.</a:t>
            </a:r>
          </a:p>
        </p:txBody>
      </p:sp>
      <p:sp>
        <p:nvSpPr>
          <p:cNvPr id="4" name="">
            <a:extLst xmlns:a="http://schemas.openxmlformats.org/drawingml/2006/main">
              <a:ext uri="{FF2B5EF4-FFF2-40B4-BE49-F238E27FC236}">
                <a16:creationId xmlns:a16="http://schemas.microsoft.com/office/drawing/2014/main" id="{BD193E09-0072-41E2-B46A-02476ACE82FE}"/>
              </a:ext>
            </a:extLst>
          </p:cNvPr>
          <p:cNvSpPr>
            <a:spLocks xmlns:a="http://schemas.openxmlformats.org/drawingml/2006/main" noGrp="1"/>
          </p:cNvSpPr>
          <p:nvPr/>
        </p:nvSpPr>
        <p:spPr>
          <a:xfrm xmlns:a="http://schemas.openxmlformats.org/drawingml/2006/main">
            <a:off x="504825" y="2190750"/>
            <a:ext cx="266700" cy="26670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C5EDF9-602D-4586-89FF-243FEE86CD2F}"/>
              </a:ext>
            </a:extLst>
          </p:cNvPr>
          <p:cNvSpPr>
            <a:spLocks xmlns:a="http://schemas.openxmlformats.org/drawingml/2006/main" noGrp="1"/>
          </p:cNvSpPr>
          <p:nvPr/>
        </p:nvSpPr>
        <p:spPr>
          <a:xfrm xmlns:a="http://schemas.openxmlformats.org/drawingml/2006/main">
            <a:off x="504825" y="2200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defRPr sz="1275" b="1">
                <a:solidFill>
                  <a:srgbClr val="FFFFFF"/>
                </a:solidFill>
                <a:latin typeface="IBM Plex Sans"/>
                <a:ea typeface="IBM Plex Sans"/>
                <a:cs typeface="IBM Plex Sans"/>
              </a:defRPr>
            </a:lvl1pPr>
            <a:lvl2pPr algn="ctr">
              <a:defRPr sz="1275" b="1">
                <a:solidFill>
                  <a:srgbClr val="FFFFFF"/>
                </a:solidFill>
                <a:latin typeface="IBM Plex Sans"/>
                <a:ea typeface="IBM Plex Sans"/>
                <a:cs typeface="IBM Plex Sans"/>
              </a:defRPr>
            </a:lvl2pPr>
            <a:lvl3pPr algn="ctr">
              <a:defRPr sz="1275" b="1">
                <a:solidFill>
                  <a:srgbClr val="FFFFFF"/>
                </a:solidFill>
                <a:latin typeface="IBM Plex Sans"/>
                <a:ea typeface="IBM Plex Sans"/>
                <a:cs typeface="IBM Plex Sans"/>
              </a:defRPr>
            </a:lvl3pPr>
            <a:lvl4pPr algn="ctr">
              <a:defRPr sz="1275" b="1">
                <a:solidFill>
                  <a:srgbClr val="FFFFFF"/>
                </a:solidFill>
                <a:latin typeface="IBM Plex Sans"/>
                <a:ea typeface="IBM Plex Sans"/>
                <a:cs typeface="IBM Plex Sans"/>
              </a:defRPr>
            </a:lvl4pPr>
            <a:lvl5pPr algn="ctr">
              <a:defRPr sz="1275" b="1">
                <a:solidFill>
                  <a:srgbClr val="FFFFFF"/>
                </a:solidFill>
                <a:latin typeface="IBM Plex Sans"/>
                <a:ea typeface="IBM Plex Sans"/>
                <a:cs typeface="IBM Plex Sans"/>
              </a:defRPr>
            </a:lvl5pPr>
            <a:lvl6pPr algn="ctr">
              <a:defRPr sz="1275" b="1">
                <a:solidFill>
                  <a:srgbClr val="FFFFFF"/>
                </a:solidFill>
                <a:latin typeface="IBM Plex Sans"/>
                <a:ea typeface="IBM Plex Sans"/>
                <a:cs typeface="IBM Plex Sans"/>
              </a:defRPr>
            </a:lvl6pPr>
            <a:lvl7pPr algn="ctr">
              <a:defRPr sz="1275" b="1">
                <a:solidFill>
                  <a:srgbClr val="FFFFFF"/>
                </a:solidFill>
                <a:latin typeface="IBM Plex Sans"/>
                <a:ea typeface="IBM Plex Sans"/>
                <a:cs typeface="IBM Plex Sans"/>
              </a:defRPr>
            </a:lvl7pPr>
            <a:lvl8pPr algn="ctr">
              <a:defRPr sz="1275" b="1">
                <a:solidFill>
                  <a:srgbClr val="FFFFFF"/>
                </a:solidFill>
                <a:latin typeface="IBM Plex Sans"/>
                <a:ea typeface="IBM Plex Sans"/>
                <a:cs typeface="IBM Plex Sans"/>
              </a:defRPr>
            </a:lvl8pPr>
            <a:lvl9pPr algn="ctr">
              <a:defRPr sz="1275" b="1">
                <a:solidFill>
                  <a:srgbClr val="FFFFFF"/>
                </a:solidFill>
                <a:latin typeface="IBM Plex Sans"/>
                <a:ea typeface="IBM Plex Sans"/>
                <a:cs typeface="IBM Plex Sans"/>
              </a:defRPr>
            </a:lvl9pPr>
          </a:lstStyle>
          <a:p xmlns:a="http://schemas.openxmlformats.org/drawingml/2006/main">
            <a:pPr algn="ctr">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6" name="">
            <a:extLst xmlns:a="http://schemas.openxmlformats.org/drawingml/2006/main">
              <a:ext uri="{FF2B5EF4-FFF2-40B4-BE49-F238E27FC236}">
                <a16:creationId xmlns:a16="http://schemas.microsoft.com/office/drawing/2014/main" id="{F9DEA3C3-45C1-4BB0-8419-56967272C61C}"/>
              </a:ext>
            </a:extLst>
          </p:cNvPr>
          <p:cNvSpPr>
            <a:spLocks xmlns:a="http://schemas.openxmlformats.org/drawingml/2006/main" noGrp="1"/>
          </p:cNvSpPr>
          <p:nvPr/>
        </p:nvSpPr>
        <p:spPr>
          <a:xfrm xmlns:a="http://schemas.openxmlformats.org/drawingml/2006/main">
            <a:off x="904875"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defRPr sz="1500" b="1">
                <a:solidFill>
                  <a:srgbClr val="10201D"/>
                </a:solidFill>
                <a:latin typeface="IBM Plex Sans"/>
                <a:ea typeface="IBM Plex Sans"/>
                <a:cs typeface="IBM Plex Sans"/>
              </a:defRPr>
            </a:lvl1pPr>
            <a:lvl2pPr algn="l">
              <a:defRPr sz="1500" b="1">
                <a:solidFill>
                  <a:srgbClr val="10201D"/>
                </a:solidFill>
                <a:latin typeface="IBM Plex Sans"/>
                <a:ea typeface="IBM Plex Sans"/>
                <a:cs typeface="IBM Plex Sans"/>
              </a:defRPr>
            </a:lvl2pPr>
            <a:lvl3pPr algn="l">
              <a:defRPr sz="1500" b="1">
                <a:solidFill>
                  <a:srgbClr val="10201D"/>
                </a:solidFill>
                <a:latin typeface="IBM Plex Sans"/>
                <a:ea typeface="IBM Plex Sans"/>
                <a:cs typeface="IBM Plex Sans"/>
              </a:defRPr>
            </a:lvl3pPr>
            <a:lvl4pPr algn="l">
              <a:defRPr sz="1500" b="1">
                <a:solidFill>
                  <a:srgbClr val="10201D"/>
                </a:solidFill>
                <a:latin typeface="IBM Plex Sans"/>
                <a:ea typeface="IBM Plex Sans"/>
                <a:cs typeface="IBM Plex Sans"/>
              </a:defRPr>
            </a:lvl4pPr>
            <a:lvl5pPr algn="l">
              <a:defRPr sz="1500" b="1">
                <a:solidFill>
                  <a:srgbClr val="10201D"/>
                </a:solidFill>
                <a:latin typeface="IBM Plex Sans"/>
                <a:ea typeface="IBM Plex Sans"/>
                <a:cs typeface="IBM Plex Sans"/>
              </a:defRPr>
            </a:lvl5pPr>
            <a:lvl6pPr algn="l">
              <a:defRPr sz="1500" b="1">
                <a:solidFill>
                  <a:srgbClr val="10201D"/>
                </a:solidFill>
                <a:latin typeface="IBM Plex Sans"/>
                <a:ea typeface="IBM Plex Sans"/>
                <a:cs typeface="IBM Plex Sans"/>
              </a:defRPr>
            </a:lvl6pPr>
            <a:lvl7pPr algn="l">
              <a:defRPr sz="1500" b="1">
                <a:solidFill>
                  <a:srgbClr val="10201D"/>
                </a:solidFill>
                <a:latin typeface="IBM Plex Sans"/>
                <a:ea typeface="IBM Plex Sans"/>
                <a:cs typeface="IBM Plex Sans"/>
              </a:defRPr>
            </a:lvl7pPr>
            <a:lvl8pPr algn="l">
              <a:defRPr sz="1500" b="1">
                <a:solidFill>
                  <a:srgbClr val="10201D"/>
                </a:solidFill>
                <a:latin typeface="IBM Plex Sans"/>
                <a:ea typeface="IBM Plex Sans"/>
                <a:cs typeface="IBM Plex Sans"/>
              </a:defRPr>
            </a:lvl8pPr>
            <a:lvl9pPr algn="l">
              <a:defRPr sz="1500" b="1">
                <a:solidFill>
                  <a:srgbClr val="10201D"/>
                </a:solidFill>
                <a:latin typeface="IBM Plex Sans"/>
                <a:ea typeface="IBM Plex Sans"/>
                <a:cs typeface="IBM Plex Sans"/>
              </a:defRPr>
            </a:lvl9pPr>
          </a:lstStyle>
          <a:p xmlns:a="http://schemas.openxmlformats.org/drawingml/2006/main">
            <a:pPr algn="l">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Medicine data</a:t>
            </a:r>
          </a:p>
        </p:txBody>
      </p:sp>
      <p:sp>
        <p:nvSpPr>
          <p:cNvPr id="7" name="">
            <a:extLst xmlns:a="http://schemas.openxmlformats.org/drawingml/2006/main">
              <a:ext uri="{FF2B5EF4-FFF2-40B4-BE49-F238E27FC236}">
                <a16:creationId xmlns:a16="http://schemas.microsoft.com/office/drawing/2014/main" id="{DF1D3F19-26C9-49D7-A534-DA95C349AE8B}"/>
              </a:ext>
            </a:extLst>
          </p:cNvPr>
          <p:cNvSpPr>
            <a:spLocks xmlns:a="http://schemas.openxmlformats.org/drawingml/2006/main" noGrp="1"/>
          </p:cNvSpPr>
          <p:nvPr/>
        </p:nvSpPr>
        <p:spPr>
          <a:xfrm xmlns:a="http://schemas.openxmlformats.org/drawingml/2006/main">
            <a:off x="904875" y="251460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What list can be imported, and what needs cleanup?</a:t>
            </a:r>
          </a:p>
        </p:txBody>
      </p:sp>
      <p:sp>
        <p:nvSpPr>
          <p:cNvPr id="8" name="">
            <a:extLst xmlns:a="http://schemas.openxmlformats.org/drawingml/2006/main">
              <a:ext uri="{FF2B5EF4-FFF2-40B4-BE49-F238E27FC236}">
                <a16:creationId xmlns:a16="http://schemas.microsoft.com/office/drawing/2014/main" id="{397BEB6E-CE9F-4FF4-A456-4C47A3E63634}"/>
              </a:ext>
            </a:extLst>
          </p:cNvPr>
          <p:cNvSpPr>
            <a:spLocks xmlns:a="http://schemas.openxmlformats.org/drawingml/2006/main" noGrp="1"/>
          </p:cNvSpPr>
          <p:nvPr/>
        </p:nvSpPr>
        <p:spPr>
          <a:xfrm xmlns:a="http://schemas.openxmlformats.org/drawingml/2006/main">
            <a:off x="4286250" y="2190750"/>
            <a:ext cx="266700" cy="26670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102D67-00AE-44EA-BA93-C10BACDE2B49}"/>
              </a:ext>
            </a:extLst>
          </p:cNvPr>
          <p:cNvSpPr>
            <a:spLocks xmlns:a="http://schemas.openxmlformats.org/drawingml/2006/main" noGrp="1"/>
          </p:cNvSpPr>
          <p:nvPr/>
        </p:nvSpPr>
        <p:spPr>
          <a:xfrm xmlns:a="http://schemas.openxmlformats.org/drawingml/2006/main">
            <a:off x="4286250" y="2200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defRPr sz="1275" b="1">
                <a:solidFill>
                  <a:srgbClr val="FFFFFF"/>
                </a:solidFill>
                <a:latin typeface="IBM Plex Sans"/>
                <a:ea typeface="IBM Plex Sans"/>
                <a:cs typeface="IBM Plex Sans"/>
              </a:defRPr>
            </a:lvl1pPr>
            <a:lvl2pPr algn="ctr">
              <a:defRPr sz="1275" b="1">
                <a:solidFill>
                  <a:srgbClr val="FFFFFF"/>
                </a:solidFill>
                <a:latin typeface="IBM Plex Sans"/>
                <a:ea typeface="IBM Plex Sans"/>
                <a:cs typeface="IBM Plex Sans"/>
              </a:defRPr>
            </a:lvl2pPr>
            <a:lvl3pPr algn="ctr">
              <a:defRPr sz="1275" b="1">
                <a:solidFill>
                  <a:srgbClr val="FFFFFF"/>
                </a:solidFill>
                <a:latin typeface="IBM Plex Sans"/>
                <a:ea typeface="IBM Plex Sans"/>
                <a:cs typeface="IBM Plex Sans"/>
              </a:defRPr>
            </a:lvl3pPr>
            <a:lvl4pPr algn="ctr">
              <a:defRPr sz="1275" b="1">
                <a:solidFill>
                  <a:srgbClr val="FFFFFF"/>
                </a:solidFill>
                <a:latin typeface="IBM Plex Sans"/>
                <a:ea typeface="IBM Plex Sans"/>
                <a:cs typeface="IBM Plex Sans"/>
              </a:defRPr>
            </a:lvl4pPr>
            <a:lvl5pPr algn="ctr">
              <a:defRPr sz="1275" b="1">
                <a:solidFill>
                  <a:srgbClr val="FFFFFF"/>
                </a:solidFill>
                <a:latin typeface="IBM Plex Sans"/>
                <a:ea typeface="IBM Plex Sans"/>
                <a:cs typeface="IBM Plex Sans"/>
              </a:defRPr>
            </a:lvl5pPr>
            <a:lvl6pPr algn="ctr">
              <a:defRPr sz="1275" b="1">
                <a:solidFill>
                  <a:srgbClr val="FFFFFF"/>
                </a:solidFill>
                <a:latin typeface="IBM Plex Sans"/>
                <a:ea typeface="IBM Plex Sans"/>
                <a:cs typeface="IBM Plex Sans"/>
              </a:defRPr>
            </a:lvl6pPr>
            <a:lvl7pPr algn="ctr">
              <a:defRPr sz="1275" b="1">
                <a:solidFill>
                  <a:srgbClr val="FFFFFF"/>
                </a:solidFill>
                <a:latin typeface="IBM Plex Sans"/>
                <a:ea typeface="IBM Plex Sans"/>
                <a:cs typeface="IBM Plex Sans"/>
              </a:defRPr>
            </a:lvl7pPr>
            <a:lvl8pPr algn="ctr">
              <a:defRPr sz="1275" b="1">
                <a:solidFill>
                  <a:srgbClr val="FFFFFF"/>
                </a:solidFill>
                <a:latin typeface="IBM Plex Sans"/>
                <a:ea typeface="IBM Plex Sans"/>
                <a:cs typeface="IBM Plex Sans"/>
              </a:defRPr>
            </a:lvl8pPr>
            <a:lvl9pPr algn="ctr">
              <a:defRPr sz="1275" b="1">
                <a:solidFill>
                  <a:srgbClr val="FFFFFF"/>
                </a:solidFill>
                <a:latin typeface="IBM Plex Sans"/>
                <a:ea typeface="IBM Plex Sans"/>
                <a:cs typeface="IBM Plex Sans"/>
              </a:defRPr>
            </a:lvl9pPr>
          </a:lstStyle>
          <a:p xmlns:a="http://schemas.openxmlformats.org/drawingml/2006/main">
            <a:pPr algn="ctr">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10" name="">
            <a:extLst xmlns:a="http://schemas.openxmlformats.org/drawingml/2006/main">
              <a:ext uri="{FF2B5EF4-FFF2-40B4-BE49-F238E27FC236}">
                <a16:creationId xmlns:a16="http://schemas.microsoft.com/office/drawing/2014/main" id="{B2FBFC09-A41D-4225-9350-DB6C872AB19F}"/>
              </a:ext>
            </a:extLst>
          </p:cNvPr>
          <p:cNvSpPr>
            <a:spLocks xmlns:a="http://schemas.openxmlformats.org/drawingml/2006/main" noGrp="1"/>
          </p:cNvSpPr>
          <p:nvPr/>
        </p:nvSpPr>
        <p:spPr>
          <a:xfrm xmlns:a="http://schemas.openxmlformats.org/drawingml/2006/main">
            <a:off x="4686300"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defRPr sz="1500" b="1">
                <a:solidFill>
                  <a:srgbClr val="10201D"/>
                </a:solidFill>
                <a:latin typeface="IBM Plex Sans"/>
                <a:ea typeface="IBM Plex Sans"/>
                <a:cs typeface="IBM Plex Sans"/>
              </a:defRPr>
            </a:lvl1pPr>
            <a:lvl2pPr algn="l">
              <a:defRPr sz="1500" b="1">
                <a:solidFill>
                  <a:srgbClr val="10201D"/>
                </a:solidFill>
                <a:latin typeface="IBM Plex Sans"/>
                <a:ea typeface="IBM Plex Sans"/>
                <a:cs typeface="IBM Plex Sans"/>
              </a:defRPr>
            </a:lvl2pPr>
            <a:lvl3pPr algn="l">
              <a:defRPr sz="1500" b="1">
                <a:solidFill>
                  <a:srgbClr val="10201D"/>
                </a:solidFill>
                <a:latin typeface="IBM Plex Sans"/>
                <a:ea typeface="IBM Plex Sans"/>
                <a:cs typeface="IBM Plex Sans"/>
              </a:defRPr>
            </a:lvl3pPr>
            <a:lvl4pPr algn="l">
              <a:defRPr sz="1500" b="1">
                <a:solidFill>
                  <a:srgbClr val="10201D"/>
                </a:solidFill>
                <a:latin typeface="IBM Plex Sans"/>
                <a:ea typeface="IBM Plex Sans"/>
                <a:cs typeface="IBM Plex Sans"/>
              </a:defRPr>
            </a:lvl4pPr>
            <a:lvl5pPr algn="l">
              <a:defRPr sz="1500" b="1">
                <a:solidFill>
                  <a:srgbClr val="10201D"/>
                </a:solidFill>
                <a:latin typeface="IBM Plex Sans"/>
                <a:ea typeface="IBM Plex Sans"/>
                <a:cs typeface="IBM Plex Sans"/>
              </a:defRPr>
            </a:lvl5pPr>
            <a:lvl6pPr algn="l">
              <a:defRPr sz="1500" b="1">
                <a:solidFill>
                  <a:srgbClr val="10201D"/>
                </a:solidFill>
                <a:latin typeface="IBM Plex Sans"/>
                <a:ea typeface="IBM Plex Sans"/>
                <a:cs typeface="IBM Plex Sans"/>
              </a:defRPr>
            </a:lvl6pPr>
            <a:lvl7pPr algn="l">
              <a:defRPr sz="1500" b="1">
                <a:solidFill>
                  <a:srgbClr val="10201D"/>
                </a:solidFill>
                <a:latin typeface="IBM Plex Sans"/>
                <a:ea typeface="IBM Plex Sans"/>
                <a:cs typeface="IBM Plex Sans"/>
              </a:defRPr>
            </a:lvl7pPr>
            <a:lvl8pPr algn="l">
              <a:defRPr sz="1500" b="1">
                <a:solidFill>
                  <a:srgbClr val="10201D"/>
                </a:solidFill>
                <a:latin typeface="IBM Plex Sans"/>
                <a:ea typeface="IBM Plex Sans"/>
                <a:cs typeface="IBM Plex Sans"/>
              </a:defRPr>
            </a:lvl8pPr>
            <a:lvl9pPr algn="l">
              <a:defRPr sz="1500" b="1">
                <a:solidFill>
                  <a:srgbClr val="10201D"/>
                </a:solidFill>
                <a:latin typeface="IBM Plex Sans"/>
                <a:ea typeface="IBM Plex Sans"/>
                <a:cs typeface="IBM Plex Sans"/>
              </a:defRPr>
            </a:lvl9pPr>
          </a:lstStyle>
          <a:p xmlns:a="http://schemas.openxmlformats.org/drawingml/2006/main">
            <a:pPr algn="l">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Printer and receipts</a:t>
            </a:r>
          </a:p>
        </p:txBody>
      </p:sp>
      <p:sp>
        <p:nvSpPr>
          <p:cNvPr id="11" name="">
            <a:extLst xmlns:a="http://schemas.openxmlformats.org/drawingml/2006/main">
              <a:ext uri="{FF2B5EF4-FFF2-40B4-BE49-F238E27FC236}">
                <a16:creationId xmlns:a16="http://schemas.microsoft.com/office/drawing/2014/main" id="{FBBA9C14-E1B8-4734-BC6E-8178418C8B61}"/>
              </a:ext>
            </a:extLst>
          </p:cNvPr>
          <p:cNvSpPr>
            <a:spLocks xmlns:a="http://schemas.openxmlformats.org/drawingml/2006/main" noGrp="1"/>
          </p:cNvSpPr>
          <p:nvPr/>
        </p:nvSpPr>
        <p:spPr>
          <a:xfrm xmlns:a="http://schemas.openxmlformats.org/drawingml/2006/main">
            <a:off x="4686300" y="251460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Which printer, paper size and receipt layout will the shop use?</a:t>
            </a:r>
          </a:p>
        </p:txBody>
      </p:sp>
      <p:sp>
        <p:nvSpPr>
          <p:cNvPr id="12" name="">
            <a:extLst xmlns:a="http://schemas.openxmlformats.org/drawingml/2006/main">
              <a:ext uri="{FF2B5EF4-FFF2-40B4-BE49-F238E27FC236}">
                <a16:creationId xmlns:a16="http://schemas.microsoft.com/office/drawing/2014/main" id="{1F3DA1FB-ED63-41BE-BAD8-79EFF5E3740F}"/>
              </a:ext>
            </a:extLst>
          </p:cNvPr>
          <p:cNvSpPr>
            <a:spLocks xmlns:a="http://schemas.openxmlformats.org/drawingml/2006/main" noGrp="1"/>
          </p:cNvSpPr>
          <p:nvPr/>
        </p:nvSpPr>
        <p:spPr>
          <a:xfrm xmlns:a="http://schemas.openxmlformats.org/drawingml/2006/main">
            <a:off x="8067675" y="2190750"/>
            <a:ext cx="266700" cy="26670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2AF7524-22C9-4DBA-BE9A-0D6165BF6244}"/>
              </a:ext>
            </a:extLst>
          </p:cNvPr>
          <p:cNvSpPr>
            <a:spLocks xmlns:a="http://schemas.openxmlformats.org/drawingml/2006/main" noGrp="1"/>
          </p:cNvSpPr>
          <p:nvPr/>
        </p:nvSpPr>
        <p:spPr>
          <a:xfrm xmlns:a="http://schemas.openxmlformats.org/drawingml/2006/main">
            <a:off x="8067675" y="2200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defRPr sz="1275" b="1">
                <a:solidFill>
                  <a:srgbClr val="FFFFFF"/>
                </a:solidFill>
                <a:latin typeface="IBM Plex Sans"/>
                <a:ea typeface="IBM Plex Sans"/>
                <a:cs typeface="IBM Plex Sans"/>
              </a:defRPr>
            </a:lvl1pPr>
            <a:lvl2pPr algn="ctr">
              <a:defRPr sz="1275" b="1">
                <a:solidFill>
                  <a:srgbClr val="FFFFFF"/>
                </a:solidFill>
                <a:latin typeface="IBM Plex Sans"/>
                <a:ea typeface="IBM Plex Sans"/>
                <a:cs typeface="IBM Plex Sans"/>
              </a:defRPr>
            </a:lvl2pPr>
            <a:lvl3pPr algn="ctr">
              <a:defRPr sz="1275" b="1">
                <a:solidFill>
                  <a:srgbClr val="FFFFFF"/>
                </a:solidFill>
                <a:latin typeface="IBM Plex Sans"/>
                <a:ea typeface="IBM Plex Sans"/>
                <a:cs typeface="IBM Plex Sans"/>
              </a:defRPr>
            </a:lvl3pPr>
            <a:lvl4pPr algn="ctr">
              <a:defRPr sz="1275" b="1">
                <a:solidFill>
                  <a:srgbClr val="FFFFFF"/>
                </a:solidFill>
                <a:latin typeface="IBM Plex Sans"/>
                <a:ea typeface="IBM Plex Sans"/>
                <a:cs typeface="IBM Plex Sans"/>
              </a:defRPr>
            </a:lvl4pPr>
            <a:lvl5pPr algn="ctr">
              <a:defRPr sz="1275" b="1">
                <a:solidFill>
                  <a:srgbClr val="FFFFFF"/>
                </a:solidFill>
                <a:latin typeface="IBM Plex Sans"/>
                <a:ea typeface="IBM Plex Sans"/>
                <a:cs typeface="IBM Plex Sans"/>
              </a:defRPr>
            </a:lvl5pPr>
            <a:lvl6pPr algn="ctr">
              <a:defRPr sz="1275" b="1">
                <a:solidFill>
                  <a:srgbClr val="FFFFFF"/>
                </a:solidFill>
                <a:latin typeface="IBM Plex Sans"/>
                <a:ea typeface="IBM Plex Sans"/>
                <a:cs typeface="IBM Plex Sans"/>
              </a:defRPr>
            </a:lvl6pPr>
            <a:lvl7pPr algn="ctr">
              <a:defRPr sz="1275" b="1">
                <a:solidFill>
                  <a:srgbClr val="FFFFFF"/>
                </a:solidFill>
                <a:latin typeface="IBM Plex Sans"/>
                <a:ea typeface="IBM Plex Sans"/>
                <a:cs typeface="IBM Plex Sans"/>
              </a:defRPr>
            </a:lvl7pPr>
            <a:lvl8pPr algn="ctr">
              <a:defRPr sz="1275" b="1">
                <a:solidFill>
                  <a:srgbClr val="FFFFFF"/>
                </a:solidFill>
                <a:latin typeface="IBM Plex Sans"/>
                <a:ea typeface="IBM Plex Sans"/>
                <a:cs typeface="IBM Plex Sans"/>
              </a:defRPr>
            </a:lvl8pPr>
            <a:lvl9pPr algn="ctr">
              <a:defRPr sz="1275" b="1">
                <a:solidFill>
                  <a:srgbClr val="FFFFFF"/>
                </a:solidFill>
                <a:latin typeface="IBM Plex Sans"/>
                <a:ea typeface="IBM Plex Sans"/>
                <a:cs typeface="IBM Plex Sans"/>
              </a:defRPr>
            </a:lvl9pPr>
          </a:lstStyle>
          <a:p xmlns:a="http://schemas.openxmlformats.org/drawingml/2006/main">
            <a:pPr algn="ctr">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14" name="">
            <a:extLst xmlns:a="http://schemas.openxmlformats.org/drawingml/2006/main">
              <a:ext uri="{FF2B5EF4-FFF2-40B4-BE49-F238E27FC236}">
                <a16:creationId xmlns:a16="http://schemas.microsoft.com/office/drawing/2014/main" id="{3B64BA78-6C67-47E5-B5CB-7C6A8FE190CF}"/>
              </a:ext>
            </a:extLst>
          </p:cNvPr>
          <p:cNvSpPr>
            <a:spLocks xmlns:a="http://schemas.openxmlformats.org/drawingml/2006/main" noGrp="1"/>
          </p:cNvSpPr>
          <p:nvPr/>
        </p:nvSpPr>
        <p:spPr>
          <a:xfrm xmlns:a="http://schemas.openxmlformats.org/drawingml/2006/main">
            <a:off x="8467725"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defRPr sz="1500" b="1">
                <a:solidFill>
                  <a:srgbClr val="10201D"/>
                </a:solidFill>
                <a:latin typeface="IBM Plex Sans"/>
                <a:ea typeface="IBM Plex Sans"/>
                <a:cs typeface="IBM Plex Sans"/>
              </a:defRPr>
            </a:lvl1pPr>
            <a:lvl2pPr algn="l">
              <a:defRPr sz="1500" b="1">
                <a:solidFill>
                  <a:srgbClr val="10201D"/>
                </a:solidFill>
                <a:latin typeface="IBM Plex Sans"/>
                <a:ea typeface="IBM Plex Sans"/>
                <a:cs typeface="IBM Plex Sans"/>
              </a:defRPr>
            </a:lvl2pPr>
            <a:lvl3pPr algn="l">
              <a:defRPr sz="1500" b="1">
                <a:solidFill>
                  <a:srgbClr val="10201D"/>
                </a:solidFill>
                <a:latin typeface="IBM Plex Sans"/>
                <a:ea typeface="IBM Plex Sans"/>
                <a:cs typeface="IBM Plex Sans"/>
              </a:defRPr>
            </a:lvl3pPr>
            <a:lvl4pPr algn="l">
              <a:defRPr sz="1500" b="1">
                <a:solidFill>
                  <a:srgbClr val="10201D"/>
                </a:solidFill>
                <a:latin typeface="IBM Plex Sans"/>
                <a:ea typeface="IBM Plex Sans"/>
                <a:cs typeface="IBM Plex Sans"/>
              </a:defRPr>
            </a:lvl4pPr>
            <a:lvl5pPr algn="l">
              <a:defRPr sz="1500" b="1">
                <a:solidFill>
                  <a:srgbClr val="10201D"/>
                </a:solidFill>
                <a:latin typeface="IBM Plex Sans"/>
                <a:ea typeface="IBM Plex Sans"/>
                <a:cs typeface="IBM Plex Sans"/>
              </a:defRPr>
            </a:lvl5pPr>
            <a:lvl6pPr algn="l">
              <a:defRPr sz="1500" b="1">
                <a:solidFill>
                  <a:srgbClr val="10201D"/>
                </a:solidFill>
                <a:latin typeface="IBM Plex Sans"/>
                <a:ea typeface="IBM Plex Sans"/>
                <a:cs typeface="IBM Plex Sans"/>
              </a:defRPr>
            </a:lvl6pPr>
            <a:lvl7pPr algn="l">
              <a:defRPr sz="1500" b="1">
                <a:solidFill>
                  <a:srgbClr val="10201D"/>
                </a:solidFill>
                <a:latin typeface="IBM Plex Sans"/>
                <a:ea typeface="IBM Plex Sans"/>
                <a:cs typeface="IBM Plex Sans"/>
              </a:defRPr>
            </a:lvl7pPr>
            <a:lvl8pPr algn="l">
              <a:defRPr sz="1500" b="1">
                <a:solidFill>
                  <a:srgbClr val="10201D"/>
                </a:solidFill>
                <a:latin typeface="IBM Plex Sans"/>
                <a:ea typeface="IBM Plex Sans"/>
                <a:cs typeface="IBM Plex Sans"/>
              </a:defRPr>
            </a:lvl8pPr>
            <a:lvl9pPr algn="l">
              <a:defRPr sz="1500" b="1">
                <a:solidFill>
                  <a:srgbClr val="10201D"/>
                </a:solidFill>
                <a:latin typeface="IBM Plex Sans"/>
                <a:ea typeface="IBM Plex Sans"/>
                <a:cs typeface="IBM Plex Sans"/>
              </a:defRPr>
            </a:lvl9pPr>
          </a:lstStyle>
          <a:p xmlns:a="http://schemas.openxmlformats.org/drawingml/2006/main">
            <a:pPr algn="l">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Staff access</a:t>
            </a:r>
          </a:p>
        </p:txBody>
      </p:sp>
      <p:sp>
        <p:nvSpPr>
          <p:cNvPr id="15" name="">
            <a:extLst xmlns:a="http://schemas.openxmlformats.org/drawingml/2006/main">
              <a:ext uri="{FF2B5EF4-FFF2-40B4-BE49-F238E27FC236}">
                <a16:creationId xmlns:a16="http://schemas.microsoft.com/office/drawing/2014/main" id="{AD224CD9-D9E4-48D7-A078-9D738D3C11E2}"/>
              </a:ext>
            </a:extLst>
          </p:cNvPr>
          <p:cNvSpPr>
            <a:spLocks xmlns:a="http://schemas.openxmlformats.org/drawingml/2006/main" noGrp="1"/>
          </p:cNvSpPr>
          <p:nvPr/>
        </p:nvSpPr>
        <p:spPr>
          <a:xfrm xmlns:a="http://schemas.openxmlformats.org/drawingml/2006/main">
            <a:off x="8467725" y="251460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Who can bill, review prescriptions, adjust stock or view reports?</a:t>
            </a:r>
          </a:p>
        </p:txBody>
      </p:sp>
      <p:sp>
        <p:nvSpPr>
          <p:cNvPr id="16" name="">
            <a:extLst xmlns:a="http://schemas.openxmlformats.org/drawingml/2006/main">
              <a:ext uri="{FF2B5EF4-FFF2-40B4-BE49-F238E27FC236}">
                <a16:creationId xmlns:a16="http://schemas.microsoft.com/office/drawing/2014/main" id="{53B52CCA-A28D-4E6C-89B6-3E41BCD685DC}"/>
              </a:ext>
            </a:extLst>
          </p:cNvPr>
          <p:cNvSpPr>
            <a:spLocks xmlns:a="http://schemas.openxmlformats.org/drawingml/2006/main" noGrp="1"/>
          </p:cNvSpPr>
          <p:nvPr/>
        </p:nvSpPr>
        <p:spPr>
          <a:xfrm xmlns:a="http://schemas.openxmlformats.org/drawingml/2006/main">
            <a:off x="504825" y="3857625"/>
            <a:ext cx="266700" cy="26670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AEFCA35-B3ED-4DFF-A2F2-DD2A9E19DE51}"/>
              </a:ext>
            </a:extLst>
          </p:cNvPr>
          <p:cNvSpPr>
            <a:spLocks xmlns:a="http://schemas.openxmlformats.org/drawingml/2006/main" noGrp="1"/>
          </p:cNvSpPr>
          <p:nvPr/>
        </p:nvSpPr>
        <p:spPr>
          <a:xfrm xmlns:a="http://schemas.openxmlformats.org/drawingml/2006/main">
            <a:off x="504825" y="38671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defRPr sz="1275" b="1">
                <a:solidFill>
                  <a:srgbClr val="FFFFFF"/>
                </a:solidFill>
                <a:latin typeface="IBM Plex Sans"/>
                <a:ea typeface="IBM Plex Sans"/>
                <a:cs typeface="IBM Plex Sans"/>
              </a:defRPr>
            </a:lvl1pPr>
            <a:lvl2pPr algn="ctr">
              <a:defRPr sz="1275" b="1">
                <a:solidFill>
                  <a:srgbClr val="FFFFFF"/>
                </a:solidFill>
                <a:latin typeface="IBM Plex Sans"/>
                <a:ea typeface="IBM Plex Sans"/>
                <a:cs typeface="IBM Plex Sans"/>
              </a:defRPr>
            </a:lvl2pPr>
            <a:lvl3pPr algn="ctr">
              <a:defRPr sz="1275" b="1">
                <a:solidFill>
                  <a:srgbClr val="FFFFFF"/>
                </a:solidFill>
                <a:latin typeface="IBM Plex Sans"/>
                <a:ea typeface="IBM Plex Sans"/>
                <a:cs typeface="IBM Plex Sans"/>
              </a:defRPr>
            </a:lvl3pPr>
            <a:lvl4pPr algn="ctr">
              <a:defRPr sz="1275" b="1">
                <a:solidFill>
                  <a:srgbClr val="FFFFFF"/>
                </a:solidFill>
                <a:latin typeface="IBM Plex Sans"/>
                <a:ea typeface="IBM Plex Sans"/>
                <a:cs typeface="IBM Plex Sans"/>
              </a:defRPr>
            </a:lvl4pPr>
            <a:lvl5pPr algn="ctr">
              <a:defRPr sz="1275" b="1">
                <a:solidFill>
                  <a:srgbClr val="FFFFFF"/>
                </a:solidFill>
                <a:latin typeface="IBM Plex Sans"/>
                <a:ea typeface="IBM Plex Sans"/>
                <a:cs typeface="IBM Plex Sans"/>
              </a:defRPr>
            </a:lvl5pPr>
            <a:lvl6pPr algn="ctr">
              <a:defRPr sz="1275" b="1">
                <a:solidFill>
                  <a:srgbClr val="FFFFFF"/>
                </a:solidFill>
                <a:latin typeface="IBM Plex Sans"/>
                <a:ea typeface="IBM Plex Sans"/>
                <a:cs typeface="IBM Plex Sans"/>
              </a:defRPr>
            </a:lvl6pPr>
            <a:lvl7pPr algn="ctr">
              <a:defRPr sz="1275" b="1">
                <a:solidFill>
                  <a:srgbClr val="FFFFFF"/>
                </a:solidFill>
                <a:latin typeface="IBM Plex Sans"/>
                <a:ea typeface="IBM Plex Sans"/>
                <a:cs typeface="IBM Plex Sans"/>
              </a:defRPr>
            </a:lvl7pPr>
            <a:lvl8pPr algn="ctr">
              <a:defRPr sz="1275" b="1">
                <a:solidFill>
                  <a:srgbClr val="FFFFFF"/>
                </a:solidFill>
                <a:latin typeface="IBM Plex Sans"/>
                <a:ea typeface="IBM Plex Sans"/>
                <a:cs typeface="IBM Plex Sans"/>
              </a:defRPr>
            </a:lvl8pPr>
            <a:lvl9pPr algn="ctr">
              <a:defRPr sz="1275" b="1">
                <a:solidFill>
                  <a:srgbClr val="FFFFFF"/>
                </a:solidFill>
                <a:latin typeface="IBM Plex Sans"/>
                <a:ea typeface="IBM Plex Sans"/>
                <a:cs typeface="IBM Plex Sans"/>
              </a:defRPr>
            </a:lvl9pPr>
          </a:lstStyle>
          <a:p xmlns:a="http://schemas.openxmlformats.org/drawingml/2006/main">
            <a:pPr algn="ctr">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18" name="">
            <a:extLst xmlns:a="http://schemas.openxmlformats.org/drawingml/2006/main">
              <a:ext uri="{FF2B5EF4-FFF2-40B4-BE49-F238E27FC236}">
                <a16:creationId xmlns:a16="http://schemas.microsoft.com/office/drawing/2014/main" id="{D7ADD1D7-B64B-4460-BA32-C4DCB355BB62}"/>
              </a:ext>
            </a:extLst>
          </p:cNvPr>
          <p:cNvSpPr>
            <a:spLocks xmlns:a="http://schemas.openxmlformats.org/drawingml/2006/main" noGrp="1"/>
          </p:cNvSpPr>
          <p:nvPr/>
        </p:nvSpPr>
        <p:spPr>
          <a:xfrm xmlns:a="http://schemas.openxmlformats.org/drawingml/2006/main">
            <a:off x="904875" y="3800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defRPr sz="1500" b="1">
                <a:solidFill>
                  <a:srgbClr val="10201D"/>
                </a:solidFill>
                <a:latin typeface="IBM Plex Sans"/>
                <a:ea typeface="IBM Plex Sans"/>
                <a:cs typeface="IBM Plex Sans"/>
              </a:defRPr>
            </a:lvl1pPr>
            <a:lvl2pPr algn="l">
              <a:defRPr sz="1500" b="1">
                <a:solidFill>
                  <a:srgbClr val="10201D"/>
                </a:solidFill>
                <a:latin typeface="IBM Plex Sans"/>
                <a:ea typeface="IBM Plex Sans"/>
                <a:cs typeface="IBM Plex Sans"/>
              </a:defRPr>
            </a:lvl2pPr>
            <a:lvl3pPr algn="l">
              <a:defRPr sz="1500" b="1">
                <a:solidFill>
                  <a:srgbClr val="10201D"/>
                </a:solidFill>
                <a:latin typeface="IBM Plex Sans"/>
                <a:ea typeface="IBM Plex Sans"/>
                <a:cs typeface="IBM Plex Sans"/>
              </a:defRPr>
            </a:lvl3pPr>
            <a:lvl4pPr algn="l">
              <a:defRPr sz="1500" b="1">
                <a:solidFill>
                  <a:srgbClr val="10201D"/>
                </a:solidFill>
                <a:latin typeface="IBM Plex Sans"/>
                <a:ea typeface="IBM Plex Sans"/>
                <a:cs typeface="IBM Plex Sans"/>
              </a:defRPr>
            </a:lvl4pPr>
            <a:lvl5pPr algn="l">
              <a:defRPr sz="1500" b="1">
                <a:solidFill>
                  <a:srgbClr val="10201D"/>
                </a:solidFill>
                <a:latin typeface="IBM Plex Sans"/>
                <a:ea typeface="IBM Plex Sans"/>
                <a:cs typeface="IBM Plex Sans"/>
              </a:defRPr>
            </a:lvl5pPr>
            <a:lvl6pPr algn="l">
              <a:defRPr sz="1500" b="1">
                <a:solidFill>
                  <a:srgbClr val="10201D"/>
                </a:solidFill>
                <a:latin typeface="IBM Plex Sans"/>
                <a:ea typeface="IBM Plex Sans"/>
                <a:cs typeface="IBM Plex Sans"/>
              </a:defRPr>
            </a:lvl6pPr>
            <a:lvl7pPr algn="l">
              <a:defRPr sz="1500" b="1">
                <a:solidFill>
                  <a:srgbClr val="10201D"/>
                </a:solidFill>
                <a:latin typeface="IBM Plex Sans"/>
                <a:ea typeface="IBM Plex Sans"/>
                <a:cs typeface="IBM Plex Sans"/>
              </a:defRPr>
            </a:lvl7pPr>
            <a:lvl8pPr algn="l">
              <a:defRPr sz="1500" b="1">
                <a:solidFill>
                  <a:srgbClr val="10201D"/>
                </a:solidFill>
                <a:latin typeface="IBM Plex Sans"/>
                <a:ea typeface="IBM Plex Sans"/>
                <a:cs typeface="IBM Plex Sans"/>
              </a:defRPr>
            </a:lvl8pPr>
            <a:lvl9pPr algn="l">
              <a:defRPr sz="1500" b="1">
                <a:solidFill>
                  <a:srgbClr val="10201D"/>
                </a:solidFill>
                <a:latin typeface="IBM Plex Sans"/>
                <a:ea typeface="IBM Plex Sans"/>
                <a:cs typeface="IBM Plex Sans"/>
              </a:defRPr>
            </a:lvl9pPr>
          </a:lstStyle>
          <a:p xmlns:a="http://schemas.openxmlformats.org/drawingml/2006/main">
            <a:pPr algn="l">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Internet and offline</a:t>
            </a:r>
          </a:p>
        </p:txBody>
      </p:sp>
      <p:sp>
        <p:nvSpPr>
          <p:cNvPr id="19" name="">
            <a:extLst xmlns:a="http://schemas.openxmlformats.org/drawingml/2006/main">
              <a:ext uri="{FF2B5EF4-FFF2-40B4-BE49-F238E27FC236}">
                <a16:creationId xmlns:a16="http://schemas.microsoft.com/office/drawing/2014/main" id="{96676BEC-A711-4AB8-8BC0-6A18F1C0115E}"/>
              </a:ext>
            </a:extLst>
          </p:cNvPr>
          <p:cNvSpPr>
            <a:spLocks xmlns:a="http://schemas.openxmlformats.org/drawingml/2006/main" noGrp="1"/>
          </p:cNvSpPr>
          <p:nvPr/>
        </p:nvSpPr>
        <p:spPr>
          <a:xfrm xmlns:a="http://schemas.openxmlformats.org/drawingml/2006/main">
            <a:off x="904875" y="418147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Which tasks must continue during an interruption?</a:t>
            </a:r>
          </a:p>
        </p:txBody>
      </p:sp>
      <p:sp>
        <p:nvSpPr>
          <p:cNvPr id="20" name="">
            <a:extLst xmlns:a="http://schemas.openxmlformats.org/drawingml/2006/main">
              <a:ext uri="{FF2B5EF4-FFF2-40B4-BE49-F238E27FC236}">
                <a16:creationId xmlns:a16="http://schemas.microsoft.com/office/drawing/2014/main" id="{FC0A6D99-B23A-4DE3-8282-E1D279C315C3}"/>
              </a:ext>
            </a:extLst>
          </p:cNvPr>
          <p:cNvSpPr>
            <a:spLocks xmlns:a="http://schemas.openxmlformats.org/drawingml/2006/main" noGrp="1"/>
          </p:cNvSpPr>
          <p:nvPr/>
        </p:nvSpPr>
        <p:spPr>
          <a:xfrm xmlns:a="http://schemas.openxmlformats.org/drawingml/2006/main">
            <a:off x="4286250" y="3857625"/>
            <a:ext cx="266700" cy="266700"/>
          </a:xfrm>
          <a:prstGeom xmlns:a="http://schemas.openxmlformats.org/drawingml/2006/main" prst="ellipse">
            <a:avLst/>
          </a:prstGeom>
          <a:solidFill xmlns:a="http://schemas.openxmlformats.org/drawingml/2006/main">
            <a:srgbClr val="0A7C7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BEF9E60-E311-4937-94FE-F4454BC58D51}"/>
              </a:ext>
            </a:extLst>
          </p:cNvPr>
          <p:cNvSpPr>
            <a:spLocks xmlns:a="http://schemas.openxmlformats.org/drawingml/2006/main" noGrp="1"/>
          </p:cNvSpPr>
          <p:nvPr/>
        </p:nvSpPr>
        <p:spPr>
          <a:xfrm xmlns:a="http://schemas.openxmlformats.org/drawingml/2006/main">
            <a:off x="4286250" y="38671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defRPr sz="1275" b="1">
                <a:solidFill>
                  <a:srgbClr val="FFFFFF"/>
                </a:solidFill>
                <a:latin typeface="IBM Plex Sans"/>
                <a:ea typeface="IBM Plex Sans"/>
                <a:cs typeface="IBM Plex Sans"/>
              </a:defRPr>
            </a:lvl1pPr>
            <a:lvl2pPr algn="ctr">
              <a:defRPr sz="1275" b="1">
                <a:solidFill>
                  <a:srgbClr val="FFFFFF"/>
                </a:solidFill>
                <a:latin typeface="IBM Plex Sans"/>
                <a:ea typeface="IBM Plex Sans"/>
                <a:cs typeface="IBM Plex Sans"/>
              </a:defRPr>
            </a:lvl2pPr>
            <a:lvl3pPr algn="ctr">
              <a:defRPr sz="1275" b="1">
                <a:solidFill>
                  <a:srgbClr val="FFFFFF"/>
                </a:solidFill>
                <a:latin typeface="IBM Plex Sans"/>
                <a:ea typeface="IBM Plex Sans"/>
                <a:cs typeface="IBM Plex Sans"/>
              </a:defRPr>
            </a:lvl3pPr>
            <a:lvl4pPr algn="ctr">
              <a:defRPr sz="1275" b="1">
                <a:solidFill>
                  <a:srgbClr val="FFFFFF"/>
                </a:solidFill>
                <a:latin typeface="IBM Plex Sans"/>
                <a:ea typeface="IBM Plex Sans"/>
                <a:cs typeface="IBM Plex Sans"/>
              </a:defRPr>
            </a:lvl4pPr>
            <a:lvl5pPr algn="ctr">
              <a:defRPr sz="1275" b="1">
                <a:solidFill>
                  <a:srgbClr val="FFFFFF"/>
                </a:solidFill>
                <a:latin typeface="IBM Plex Sans"/>
                <a:ea typeface="IBM Plex Sans"/>
                <a:cs typeface="IBM Plex Sans"/>
              </a:defRPr>
            </a:lvl5pPr>
            <a:lvl6pPr algn="ctr">
              <a:defRPr sz="1275" b="1">
                <a:solidFill>
                  <a:srgbClr val="FFFFFF"/>
                </a:solidFill>
                <a:latin typeface="IBM Plex Sans"/>
                <a:ea typeface="IBM Plex Sans"/>
                <a:cs typeface="IBM Plex Sans"/>
              </a:defRPr>
            </a:lvl6pPr>
            <a:lvl7pPr algn="ctr">
              <a:defRPr sz="1275" b="1">
                <a:solidFill>
                  <a:srgbClr val="FFFFFF"/>
                </a:solidFill>
                <a:latin typeface="IBM Plex Sans"/>
                <a:ea typeface="IBM Plex Sans"/>
                <a:cs typeface="IBM Plex Sans"/>
              </a:defRPr>
            </a:lvl7pPr>
            <a:lvl8pPr algn="ctr">
              <a:defRPr sz="1275" b="1">
                <a:solidFill>
                  <a:srgbClr val="FFFFFF"/>
                </a:solidFill>
                <a:latin typeface="IBM Plex Sans"/>
                <a:ea typeface="IBM Plex Sans"/>
                <a:cs typeface="IBM Plex Sans"/>
              </a:defRPr>
            </a:lvl8pPr>
            <a:lvl9pPr algn="ctr">
              <a:defRPr sz="1275" b="1">
                <a:solidFill>
                  <a:srgbClr val="FFFFFF"/>
                </a:solidFill>
                <a:latin typeface="IBM Plex Sans"/>
                <a:ea typeface="IBM Plex Sans"/>
                <a:cs typeface="IBM Plex Sans"/>
              </a:defRPr>
            </a:lvl9pPr>
          </a:lstStyle>
          <a:p xmlns:a="http://schemas.openxmlformats.org/drawingml/2006/main">
            <a:pPr algn="ctr">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22" name="">
            <a:extLst xmlns:a="http://schemas.openxmlformats.org/drawingml/2006/main">
              <a:ext uri="{FF2B5EF4-FFF2-40B4-BE49-F238E27FC236}">
                <a16:creationId xmlns:a16="http://schemas.microsoft.com/office/drawing/2014/main" id="{E71EA281-D977-421D-85CB-F2857E79E09E}"/>
              </a:ext>
            </a:extLst>
          </p:cNvPr>
          <p:cNvSpPr>
            <a:spLocks xmlns:a="http://schemas.openxmlformats.org/drawingml/2006/main" noGrp="1"/>
          </p:cNvSpPr>
          <p:nvPr/>
        </p:nvSpPr>
        <p:spPr>
          <a:xfrm xmlns:a="http://schemas.openxmlformats.org/drawingml/2006/main">
            <a:off x="4686300" y="3800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defRPr sz="1500" b="1">
                <a:solidFill>
                  <a:srgbClr val="10201D"/>
                </a:solidFill>
                <a:latin typeface="IBM Plex Sans"/>
                <a:ea typeface="IBM Plex Sans"/>
                <a:cs typeface="IBM Plex Sans"/>
              </a:defRPr>
            </a:lvl1pPr>
            <a:lvl2pPr algn="l">
              <a:defRPr sz="1500" b="1">
                <a:solidFill>
                  <a:srgbClr val="10201D"/>
                </a:solidFill>
                <a:latin typeface="IBM Plex Sans"/>
                <a:ea typeface="IBM Plex Sans"/>
                <a:cs typeface="IBM Plex Sans"/>
              </a:defRPr>
            </a:lvl2pPr>
            <a:lvl3pPr algn="l">
              <a:defRPr sz="1500" b="1">
                <a:solidFill>
                  <a:srgbClr val="10201D"/>
                </a:solidFill>
                <a:latin typeface="IBM Plex Sans"/>
                <a:ea typeface="IBM Plex Sans"/>
                <a:cs typeface="IBM Plex Sans"/>
              </a:defRPr>
            </a:lvl3pPr>
            <a:lvl4pPr algn="l">
              <a:defRPr sz="1500" b="1">
                <a:solidFill>
                  <a:srgbClr val="10201D"/>
                </a:solidFill>
                <a:latin typeface="IBM Plex Sans"/>
                <a:ea typeface="IBM Plex Sans"/>
                <a:cs typeface="IBM Plex Sans"/>
              </a:defRPr>
            </a:lvl4pPr>
            <a:lvl5pPr algn="l">
              <a:defRPr sz="1500" b="1">
                <a:solidFill>
                  <a:srgbClr val="10201D"/>
                </a:solidFill>
                <a:latin typeface="IBM Plex Sans"/>
                <a:ea typeface="IBM Plex Sans"/>
                <a:cs typeface="IBM Plex Sans"/>
              </a:defRPr>
            </a:lvl5pPr>
            <a:lvl6pPr algn="l">
              <a:defRPr sz="1500" b="1">
                <a:solidFill>
                  <a:srgbClr val="10201D"/>
                </a:solidFill>
                <a:latin typeface="IBM Plex Sans"/>
                <a:ea typeface="IBM Plex Sans"/>
                <a:cs typeface="IBM Plex Sans"/>
              </a:defRPr>
            </a:lvl6pPr>
            <a:lvl7pPr algn="l">
              <a:defRPr sz="1500" b="1">
                <a:solidFill>
                  <a:srgbClr val="10201D"/>
                </a:solidFill>
                <a:latin typeface="IBM Plex Sans"/>
                <a:ea typeface="IBM Plex Sans"/>
                <a:cs typeface="IBM Plex Sans"/>
              </a:defRPr>
            </a:lvl7pPr>
            <a:lvl8pPr algn="l">
              <a:defRPr sz="1500" b="1">
                <a:solidFill>
                  <a:srgbClr val="10201D"/>
                </a:solidFill>
                <a:latin typeface="IBM Plex Sans"/>
                <a:ea typeface="IBM Plex Sans"/>
                <a:cs typeface="IBM Plex Sans"/>
              </a:defRPr>
            </a:lvl8pPr>
            <a:lvl9pPr algn="l">
              <a:defRPr sz="1500" b="1">
                <a:solidFill>
                  <a:srgbClr val="10201D"/>
                </a:solidFill>
                <a:latin typeface="IBM Plex Sans"/>
                <a:ea typeface="IBM Plex Sans"/>
                <a:cs typeface="IBM Plex Sans"/>
              </a:defRPr>
            </a:lvl9pPr>
          </a:lstStyle>
          <a:p xmlns:a="http://schemas.openxmlformats.org/drawingml/2006/main">
            <a:pPr algn="l">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Customer messages</a:t>
            </a:r>
          </a:p>
        </p:txBody>
      </p:sp>
      <p:sp>
        <p:nvSpPr>
          <p:cNvPr id="23" name="">
            <a:extLst xmlns:a="http://schemas.openxmlformats.org/drawingml/2006/main">
              <a:ext uri="{FF2B5EF4-FFF2-40B4-BE49-F238E27FC236}">
                <a16:creationId xmlns:a16="http://schemas.microsoft.com/office/drawing/2014/main" id="{25D9E640-D4AB-4E8D-A5FA-0C3DB884464F}"/>
              </a:ext>
            </a:extLst>
          </p:cNvPr>
          <p:cNvSpPr>
            <a:spLocks xmlns:a="http://schemas.openxmlformats.org/drawingml/2006/main" noGrp="1"/>
          </p:cNvSpPr>
          <p:nvPr/>
        </p:nvSpPr>
        <p:spPr>
          <a:xfrm xmlns:a="http://schemas.openxmlformats.org/drawingml/2006/main">
            <a:off x="4686300" y="418147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Which channels are enabled, consented and staff-managed?</a:t>
            </a:r>
          </a:p>
        </p:txBody>
      </p:sp>
      <p:sp>
        <p:nvSpPr>
          <p:cNvPr id="24" name="">
            <a:extLst xmlns:a="http://schemas.openxmlformats.org/drawingml/2006/main">
              <a:ext uri="{FF2B5EF4-FFF2-40B4-BE49-F238E27FC236}">
                <a16:creationId xmlns:a16="http://schemas.microsoft.com/office/drawing/2014/main" id="{02AC44A1-27D5-4407-8302-ECE5DB0F7606}"/>
              </a:ext>
            </a:extLst>
          </p:cNvPr>
          <p:cNvSpPr>
            <a:spLocks xmlns:a="http://schemas.openxmlformats.org/drawingml/2006/main" noGrp="1"/>
          </p:cNvSpPr>
          <p:nvPr/>
        </p:nvSpPr>
        <p:spPr>
          <a:xfrm xmlns:a="http://schemas.openxmlformats.org/drawingml/2006/main">
            <a:off x="8067675" y="3857625"/>
            <a:ext cx="266700" cy="266700"/>
          </a:xfrm>
          <a:prstGeom xmlns:a="http://schemas.openxmlformats.org/drawingml/2006/main" prst="ellipse">
            <a:avLst/>
          </a:prstGeom>
          <a:solidFill xmlns:a="http://schemas.openxmlformats.org/drawingml/2006/main">
            <a:srgbClr val="F26A3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8E12530-4959-4EFB-AEE6-B91843365BCF}"/>
              </a:ext>
            </a:extLst>
          </p:cNvPr>
          <p:cNvSpPr>
            <a:spLocks xmlns:a="http://schemas.openxmlformats.org/drawingml/2006/main" noGrp="1"/>
          </p:cNvSpPr>
          <p:nvPr/>
        </p:nvSpPr>
        <p:spPr>
          <a:xfrm xmlns:a="http://schemas.openxmlformats.org/drawingml/2006/main">
            <a:off x="8067675" y="3867150"/>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IBM Plex Sans"/>
                <a:ea typeface="IBM Plex Sans"/>
                <a:cs typeface="IBM Plex Sans"/>
              </a:defRPr>
            </a:defPPr>
            <a:lvl1pPr algn="ctr">
              <a:defRPr sz="1275" b="1">
                <a:solidFill>
                  <a:srgbClr val="FFFFFF"/>
                </a:solidFill>
                <a:latin typeface="IBM Plex Sans"/>
                <a:ea typeface="IBM Plex Sans"/>
                <a:cs typeface="IBM Plex Sans"/>
              </a:defRPr>
            </a:lvl1pPr>
            <a:lvl2pPr algn="ctr">
              <a:defRPr sz="1275" b="1">
                <a:solidFill>
                  <a:srgbClr val="FFFFFF"/>
                </a:solidFill>
                <a:latin typeface="IBM Plex Sans"/>
                <a:ea typeface="IBM Plex Sans"/>
                <a:cs typeface="IBM Plex Sans"/>
              </a:defRPr>
            </a:lvl2pPr>
            <a:lvl3pPr algn="ctr">
              <a:defRPr sz="1275" b="1">
                <a:solidFill>
                  <a:srgbClr val="FFFFFF"/>
                </a:solidFill>
                <a:latin typeface="IBM Plex Sans"/>
                <a:ea typeface="IBM Plex Sans"/>
                <a:cs typeface="IBM Plex Sans"/>
              </a:defRPr>
            </a:lvl3pPr>
            <a:lvl4pPr algn="ctr">
              <a:defRPr sz="1275" b="1">
                <a:solidFill>
                  <a:srgbClr val="FFFFFF"/>
                </a:solidFill>
                <a:latin typeface="IBM Plex Sans"/>
                <a:ea typeface="IBM Plex Sans"/>
                <a:cs typeface="IBM Plex Sans"/>
              </a:defRPr>
            </a:lvl4pPr>
            <a:lvl5pPr algn="ctr">
              <a:defRPr sz="1275" b="1">
                <a:solidFill>
                  <a:srgbClr val="FFFFFF"/>
                </a:solidFill>
                <a:latin typeface="IBM Plex Sans"/>
                <a:ea typeface="IBM Plex Sans"/>
                <a:cs typeface="IBM Plex Sans"/>
              </a:defRPr>
            </a:lvl5pPr>
            <a:lvl6pPr algn="ctr">
              <a:defRPr sz="1275" b="1">
                <a:solidFill>
                  <a:srgbClr val="FFFFFF"/>
                </a:solidFill>
                <a:latin typeface="IBM Plex Sans"/>
                <a:ea typeface="IBM Plex Sans"/>
                <a:cs typeface="IBM Plex Sans"/>
              </a:defRPr>
            </a:lvl6pPr>
            <a:lvl7pPr algn="ctr">
              <a:defRPr sz="1275" b="1">
                <a:solidFill>
                  <a:srgbClr val="FFFFFF"/>
                </a:solidFill>
                <a:latin typeface="IBM Plex Sans"/>
                <a:ea typeface="IBM Plex Sans"/>
                <a:cs typeface="IBM Plex Sans"/>
              </a:defRPr>
            </a:lvl7pPr>
            <a:lvl8pPr algn="ctr">
              <a:defRPr sz="1275" b="1">
                <a:solidFill>
                  <a:srgbClr val="FFFFFF"/>
                </a:solidFill>
                <a:latin typeface="IBM Plex Sans"/>
                <a:ea typeface="IBM Plex Sans"/>
                <a:cs typeface="IBM Plex Sans"/>
              </a:defRPr>
            </a:lvl8pPr>
            <a:lvl9pPr algn="ctr">
              <a:defRPr sz="1275" b="1">
                <a:solidFill>
                  <a:srgbClr val="FFFFFF"/>
                </a:solidFill>
                <a:latin typeface="IBM Plex Sans"/>
                <a:ea typeface="IBM Plex Sans"/>
                <a:cs typeface="IBM Plex Sans"/>
              </a:defRPr>
            </a:lvl9pPr>
          </a:lstStyle>
          <a:p xmlns:a="http://schemas.openxmlformats.org/drawingml/2006/main">
            <a:pPr algn="ctr">
              <a:defRPr sz="1275" b="1">
                <a:solidFill>
                  <a:srgbClr val="FFFFFF"/>
                </a:solidFill>
                <a:latin typeface="IBM Plex Sans"/>
                <a:ea typeface="IBM Plex Sans"/>
                <a:cs typeface="IBM Plex Sans"/>
              </a:defRPr>
            </a:pPr>
            <a:r>
              <a:rPr sz="1275" b="1">
                <a:solidFill>
                  <a:srgbClr val="FFFFFF"/>
                </a:solidFill>
                <a:latin typeface="IBM Plex Sans"/>
                <a:ea typeface="IBM Plex Sans"/>
                <a:cs typeface="IBM Plex Sans"/>
              </a:rPr>
              <a:t>✓</a:t>
            </a:r>
          </a:p>
        </p:txBody>
      </p:sp>
      <p:sp>
        <p:nvSpPr>
          <p:cNvPr id="26" name="">
            <a:extLst xmlns:a="http://schemas.openxmlformats.org/drawingml/2006/main">
              <a:ext uri="{FF2B5EF4-FFF2-40B4-BE49-F238E27FC236}">
                <a16:creationId xmlns:a16="http://schemas.microsoft.com/office/drawing/2014/main" id="{E483A994-A424-4AEA-A930-38AF90D95C62}"/>
              </a:ext>
            </a:extLst>
          </p:cNvPr>
          <p:cNvSpPr>
            <a:spLocks xmlns:a="http://schemas.openxmlformats.org/drawingml/2006/main" noGrp="1"/>
          </p:cNvSpPr>
          <p:nvPr/>
        </p:nvSpPr>
        <p:spPr>
          <a:xfrm xmlns:a="http://schemas.openxmlformats.org/drawingml/2006/main">
            <a:off x="8467725" y="38004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0201D"/>
                </a:solidFill>
                <a:latin typeface="IBM Plex Sans"/>
                <a:ea typeface="IBM Plex Sans"/>
                <a:cs typeface="IBM Plex Sans"/>
              </a:defRPr>
            </a:defPPr>
            <a:lvl1pPr algn="l">
              <a:defRPr sz="1500" b="1">
                <a:solidFill>
                  <a:srgbClr val="10201D"/>
                </a:solidFill>
                <a:latin typeface="IBM Plex Sans"/>
                <a:ea typeface="IBM Plex Sans"/>
                <a:cs typeface="IBM Plex Sans"/>
              </a:defRPr>
            </a:lvl1pPr>
            <a:lvl2pPr algn="l">
              <a:defRPr sz="1500" b="1">
                <a:solidFill>
                  <a:srgbClr val="10201D"/>
                </a:solidFill>
                <a:latin typeface="IBM Plex Sans"/>
                <a:ea typeface="IBM Plex Sans"/>
                <a:cs typeface="IBM Plex Sans"/>
              </a:defRPr>
            </a:lvl2pPr>
            <a:lvl3pPr algn="l">
              <a:defRPr sz="1500" b="1">
                <a:solidFill>
                  <a:srgbClr val="10201D"/>
                </a:solidFill>
                <a:latin typeface="IBM Plex Sans"/>
                <a:ea typeface="IBM Plex Sans"/>
                <a:cs typeface="IBM Plex Sans"/>
              </a:defRPr>
            </a:lvl3pPr>
            <a:lvl4pPr algn="l">
              <a:defRPr sz="1500" b="1">
                <a:solidFill>
                  <a:srgbClr val="10201D"/>
                </a:solidFill>
                <a:latin typeface="IBM Plex Sans"/>
                <a:ea typeface="IBM Plex Sans"/>
                <a:cs typeface="IBM Plex Sans"/>
              </a:defRPr>
            </a:lvl4pPr>
            <a:lvl5pPr algn="l">
              <a:defRPr sz="1500" b="1">
                <a:solidFill>
                  <a:srgbClr val="10201D"/>
                </a:solidFill>
                <a:latin typeface="IBM Plex Sans"/>
                <a:ea typeface="IBM Plex Sans"/>
                <a:cs typeface="IBM Plex Sans"/>
              </a:defRPr>
            </a:lvl5pPr>
            <a:lvl6pPr algn="l">
              <a:defRPr sz="1500" b="1">
                <a:solidFill>
                  <a:srgbClr val="10201D"/>
                </a:solidFill>
                <a:latin typeface="IBM Plex Sans"/>
                <a:ea typeface="IBM Plex Sans"/>
                <a:cs typeface="IBM Plex Sans"/>
              </a:defRPr>
            </a:lvl6pPr>
            <a:lvl7pPr algn="l">
              <a:defRPr sz="1500" b="1">
                <a:solidFill>
                  <a:srgbClr val="10201D"/>
                </a:solidFill>
                <a:latin typeface="IBM Plex Sans"/>
                <a:ea typeface="IBM Plex Sans"/>
                <a:cs typeface="IBM Plex Sans"/>
              </a:defRPr>
            </a:lvl7pPr>
            <a:lvl8pPr algn="l">
              <a:defRPr sz="1500" b="1">
                <a:solidFill>
                  <a:srgbClr val="10201D"/>
                </a:solidFill>
                <a:latin typeface="IBM Plex Sans"/>
                <a:ea typeface="IBM Plex Sans"/>
                <a:cs typeface="IBM Plex Sans"/>
              </a:defRPr>
            </a:lvl8pPr>
            <a:lvl9pPr algn="l">
              <a:defRPr sz="1500" b="1">
                <a:solidFill>
                  <a:srgbClr val="10201D"/>
                </a:solidFill>
                <a:latin typeface="IBM Plex Sans"/>
                <a:ea typeface="IBM Plex Sans"/>
                <a:cs typeface="IBM Plex Sans"/>
              </a:defRPr>
            </a:lvl9pPr>
          </a:lstStyle>
          <a:p xmlns:a="http://schemas.openxmlformats.org/drawingml/2006/main">
            <a:pPr algn="l">
              <a:defRPr sz="1500" b="1">
                <a:solidFill>
                  <a:srgbClr val="10201D"/>
                </a:solidFill>
                <a:latin typeface="IBM Plex Sans"/>
                <a:ea typeface="IBM Plex Sans"/>
                <a:cs typeface="IBM Plex Sans"/>
              </a:defRPr>
            </a:pPr>
            <a:r>
              <a:rPr sz="1500" b="1">
                <a:solidFill>
                  <a:srgbClr val="10201D"/>
                </a:solidFill>
                <a:latin typeface="IBM Plex Sans"/>
                <a:ea typeface="IBM Plex Sans"/>
                <a:cs typeface="IBM Plex Sans"/>
              </a:rPr>
              <a:t>Backup and support</a:t>
            </a:r>
          </a:p>
        </p:txBody>
      </p:sp>
      <p:sp>
        <p:nvSpPr>
          <p:cNvPr id="27" name="">
            <a:extLst xmlns:a="http://schemas.openxmlformats.org/drawingml/2006/main">
              <a:ext uri="{FF2B5EF4-FFF2-40B4-BE49-F238E27FC236}">
                <a16:creationId xmlns:a16="http://schemas.microsoft.com/office/drawing/2014/main" id="{D6D6BA1F-81DE-4C95-A100-194CE18FC582}"/>
              </a:ext>
            </a:extLst>
          </p:cNvPr>
          <p:cNvSpPr>
            <a:spLocks xmlns:a="http://schemas.openxmlformats.org/drawingml/2006/main" noGrp="1"/>
          </p:cNvSpPr>
          <p:nvPr/>
        </p:nvSpPr>
        <p:spPr>
          <a:xfrm xmlns:a="http://schemas.openxmlformats.org/drawingml/2006/main">
            <a:off x="8467725" y="4181475"/>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0201D"/>
                </a:solidFill>
                <a:latin typeface="IBM Plex Sans"/>
                <a:ea typeface="IBM Plex Sans"/>
                <a:cs typeface="IBM Plex Sans"/>
              </a:defRPr>
            </a:defPPr>
            <a:lvl1pPr algn="l">
              <a:defRPr sz="1275" b="0">
                <a:solidFill>
                  <a:srgbClr val="10201D"/>
                </a:solidFill>
                <a:latin typeface="IBM Plex Sans"/>
                <a:ea typeface="IBM Plex Sans"/>
                <a:cs typeface="IBM Plex Sans"/>
              </a:defRPr>
            </a:lvl1pPr>
            <a:lvl2pPr algn="l">
              <a:defRPr sz="1275" b="0">
                <a:solidFill>
                  <a:srgbClr val="10201D"/>
                </a:solidFill>
                <a:latin typeface="IBM Plex Sans"/>
                <a:ea typeface="IBM Plex Sans"/>
                <a:cs typeface="IBM Plex Sans"/>
              </a:defRPr>
            </a:lvl2pPr>
            <a:lvl3pPr algn="l">
              <a:defRPr sz="1275" b="0">
                <a:solidFill>
                  <a:srgbClr val="10201D"/>
                </a:solidFill>
                <a:latin typeface="IBM Plex Sans"/>
                <a:ea typeface="IBM Plex Sans"/>
                <a:cs typeface="IBM Plex Sans"/>
              </a:defRPr>
            </a:lvl3pPr>
            <a:lvl4pPr algn="l">
              <a:defRPr sz="1275" b="0">
                <a:solidFill>
                  <a:srgbClr val="10201D"/>
                </a:solidFill>
                <a:latin typeface="IBM Plex Sans"/>
                <a:ea typeface="IBM Plex Sans"/>
                <a:cs typeface="IBM Plex Sans"/>
              </a:defRPr>
            </a:lvl4pPr>
            <a:lvl5pPr algn="l">
              <a:defRPr sz="1275" b="0">
                <a:solidFill>
                  <a:srgbClr val="10201D"/>
                </a:solidFill>
                <a:latin typeface="IBM Plex Sans"/>
                <a:ea typeface="IBM Plex Sans"/>
                <a:cs typeface="IBM Plex Sans"/>
              </a:defRPr>
            </a:lvl5pPr>
            <a:lvl6pPr algn="l">
              <a:defRPr sz="1275" b="0">
                <a:solidFill>
                  <a:srgbClr val="10201D"/>
                </a:solidFill>
                <a:latin typeface="IBM Plex Sans"/>
                <a:ea typeface="IBM Plex Sans"/>
                <a:cs typeface="IBM Plex Sans"/>
              </a:defRPr>
            </a:lvl6pPr>
            <a:lvl7pPr algn="l">
              <a:defRPr sz="1275" b="0">
                <a:solidFill>
                  <a:srgbClr val="10201D"/>
                </a:solidFill>
                <a:latin typeface="IBM Plex Sans"/>
                <a:ea typeface="IBM Plex Sans"/>
                <a:cs typeface="IBM Plex Sans"/>
              </a:defRPr>
            </a:lvl7pPr>
            <a:lvl8pPr algn="l">
              <a:defRPr sz="1275" b="0">
                <a:solidFill>
                  <a:srgbClr val="10201D"/>
                </a:solidFill>
                <a:latin typeface="IBM Plex Sans"/>
                <a:ea typeface="IBM Plex Sans"/>
                <a:cs typeface="IBM Plex Sans"/>
              </a:defRPr>
            </a:lvl8pPr>
            <a:lvl9pPr algn="l">
              <a:defRPr sz="1275" b="0">
                <a:solidFill>
                  <a:srgbClr val="10201D"/>
                </a:solidFill>
                <a:latin typeface="IBM Plex Sans"/>
                <a:ea typeface="IBM Plex Sans"/>
                <a:cs typeface="IBM Plex Sans"/>
              </a:defRPr>
            </a:lvl9pPr>
          </a:lstStyle>
          <a:p xmlns:a="http://schemas.openxmlformats.org/drawingml/2006/main">
            <a:pPr algn="l">
              <a:defRPr sz="1275" b="0">
                <a:solidFill>
                  <a:srgbClr val="10201D"/>
                </a:solidFill>
                <a:latin typeface="IBM Plex Sans"/>
                <a:ea typeface="IBM Plex Sans"/>
                <a:cs typeface="IBM Plex Sans"/>
              </a:defRPr>
            </a:pPr>
            <a:r>
              <a:rPr sz="1275" b="0">
                <a:solidFill>
                  <a:srgbClr val="10201D"/>
                </a:solidFill>
                <a:latin typeface="IBM Plex Sans"/>
                <a:ea typeface="IBM Plex Sans"/>
                <a:cs typeface="IBM Plex Sans"/>
              </a:rPr>
              <a:t>Who owns backup checks, training and day-to-day support?</a:t>
            </a:r>
          </a:p>
        </p:txBody>
      </p:sp>
      <p:sp>
        <p:nvSpPr>
          <p:cNvPr id="28" name="">
            <a:extLst xmlns:a="http://schemas.openxmlformats.org/drawingml/2006/main">
              <a:ext uri="{FF2B5EF4-FFF2-40B4-BE49-F238E27FC236}">
                <a16:creationId xmlns:a16="http://schemas.microsoft.com/office/drawing/2014/main" id="{4058CE8C-C1B7-465F-8479-E92550004044}"/>
              </a:ext>
            </a:extLst>
          </p:cNvPr>
          <p:cNvSpPr>
            <a:spLocks xmlns:a="http://schemas.openxmlformats.org/drawingml/2006/main" noGrp="1"/>
          </p:cNvSpPr>
          <p:nvPr/>
        </p:nvSpPr>
        <p:spPr>
          <a:xfrm xmlns:a="http://schemas.openxmlformats.org/drawingml/2006/main">
            <a:off x="504825" y="5638800"/>
            <a:ext cx="11182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0A7C78"/>
                </a:solidFill>
                <a:latin typeface="IBM Plex Sans"/>
                <a:ea typeface="IBM Plex Sans"/>
                <a:cs typeface="IBM Plex Sans"/>
              </a:defRPr>
            </a:defPPr>
            <a:lvl1pPr algn="l">
              <a:defRPr sz="1350" b="1">
                <a:solidFill>
                  <a:srgbClr val="0A7C78"/>
                </a:solidFill>
                <a:latin typeface="IBM Plex Sans"/>
                <a:ea typeface="IBM Plex Sans"/>
                <a:cs typeface="IBM Plex Sans"/>
              </a:defRPr>
            </a:lvl1pPr>
            <a:lvl2pPr algn="l">
              <a:defRPr sz="1350" b="1">
                <a:solidFill>
                  <a:srgbClr val="0A7C78"/>
                </a:solidFill>
                <a:latin typeface="IBM Plex Sans"/>
                <a:ea typeface="IBM Plex Sans"/>
                <a:cs typeface="IBM Plex Sans"/>
              </a:defRPr>
            </a:lvl2pPr>
            <a:lvl3pPr algn="l">
              <a:defRPr sz="1350" b="1">
                <a:solidFill>
                  <a:srgbClr val="0A7C78"/>
                </a:solidFill>
                <a:latin typeface="IBM Plex Sans"/>
                <a:ea typeface="IBM Plex Sans"/>
                <a:cs typeface="IBM Plex Sans"/>
              </a:defRPr>
            </a:lvl3pPr>
            <a:lvl4pPr algn="l">
              <a:defRPr sz="1350" b="1">
                <a:solidFill>
                  <a:srgbClr val="0A7C78"/>
                </a:solidFill>
                <a:latin typeface="IBM Plex Sans"/>
                <a:ea typeface="IBM Plex Sans"/>
                <a:cs typeface="IBM Plex Sans"/>
              </a:defRPr>
            </a:lvl4pPr>
            <a:lvl5pPr algn="l">
              <a:defRPr sz="1350" b="1">
                <a:solidFill>
                  <a:srgbClr val="0A7C78"/>
                </a:solidFill>
                <a:latin typeface="IBM Plex Sans"/>
                <a:ea typeface="IBM Plex Sans"/>
                <a:cs typeface="IBM Plex Sans"/>
              </a:defRPr>
            </a:lvl5pPr>
            <a:lvl6pPr algn="l">
              <a:defRPr sz="1350" b="1">
                <a:solidFill>
                  <a:srgbClr val="0A7C78"/>
                </a:solidFill>
                <a:latin typeface="IBM Plex Sans"/>
                <a:ea typeface="IBM Plex Sans"/>
                <a:cs typeface="IBM Plex Sans"/>
              </a:defRPr>
            </a:lvl6pPr>
            <a:lvl7pPr algn="l">
              <a:defRPr sz="1350" b="1">
                <a:solidFill>
                  <a:srgbClr val="0A7C78"/>
                </a:solidFill>
                <a:latin typeface="IBM Plex Sans"/>
                <a:ea typeface="IBM Plex Sans"/>
                <a:cs typeface="IBM Plex Sans"/>
              </a:defRPr>
            </a:lvl7pPr>
            <a:lvl8pPr algn="l">
              <a:defRPr sz="1350" b="1">
                <a:solidFill>
                  <a:srgbClr val="0A7C78"/>
                </a:solidFill>
                <a:latin typeface="IBM Plex Sans"/>
                <a:ea typeface="IBM Plex Sans"/>
                <a:cs typeface="IBM Plex Sans"/>
              </a:defRPr>
            </a:lvl8pPr>
            <a:lvl9pPr algn="l">
              <a:defRPr sz="1350" b="1">
                <a:solidFill>
                  <a:srgbClr val="0A7C78"/>
                </a:solidFill>
                <a:latin typeface="IBM Plex Sans"/>
                <a:ea typeface="IBM Plex Sans"/>
                <a:cs typeface="IBM Plex Sans"/>
              </a:defRPr>
            </a:lvl9pPr>
          </a:lstStyle>
          <a:p xmlns:a="http://schemas.openxmlformats.org/drawingml/2006/main">
            <a:pPr algn="l">
              <a:defRPr sz="1350" b="1">
                <a:solidFill>
                  <a:srgbClr val="0A7C78"/>
                </a:solidFill>
                <a:latin typeface="IBM Plex Sans"/>
                <a:ea typeface="IBM Plex Sans"/>
                <a:cs typeface="IBM Plex Sans"/>
              </a:defRPr>
            </a:pPr>
            <a:r>
              <a:rPr sz="1350" b="1">
                <a:solidFill>
                  <a:srgbClr val="0A7C78"/>
                </a:solidFill>
                <a:latin typeface="IBM Plex Sans"/>
                <a:ea typeface="IBM Plex Sans"/>
                <a:cs typeface="IBM Plex Sans"/>
              </a:rPr>
              <a:t>Agree the setup and pilot plan before relying on the system for live pharmacy operations.</a:t>
            </a:r>
          </a:p>
        </p:txBody>
      </p:sp>
    </p:spTree>
    <p:extLst>
      <p:ext uri="{BB962C8B-B14F-4D97-AF65-F5344CB8AC3E}">
        <p14:creationId xmlns:p14="http://schemas.microsoft.com/office/powerpoint/2010/main" val="1447833632"/>
      </p:ext>
    </p:extLst>
  </p:cSld>
</p:sld>
</file>

<file path=ppt/slides/slide15.xml><?xml version="1.0" encoding="utf-8"?>
<p:sld xmlns:p="http://schemas.openxmlformats.org/presentationml/2006/main">
  <p:cSld>
    <p:bg>
      <p:bgPr>
        <a:solidFill xmlns:a="http://schemas.openxmlformats.org/drawingml/2006/main">
          <a:srgbClr val="083C3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1005897-0BBF-4EF5-B228-48FB0B5DB72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26A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369BB1-6038-4FFD-8182-FC471C86E759}"/>
              </a:ext>
            </a:extLst>
          </p:cNvPr>
          <p:cNvSpPr>
            <a:spLocks xmlns:a="http://schemas.openxmlformats.org/drawingml/2006/main" noGrp="1"/>
          </p:cNvSpPr>
          <p:nvPr/>
        </p:nvSpPr>
        <p:spPr>
          <a:xfrm xmlns:a="http://schemas.openxmlformats.org/drawingml/2006/main">
            <a:off x="609600" y="55245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B7DAD1"/>
                </a:solidFill>
                <a:latin typeface="IBM Plex Sans"/>
                <a:ea typeface="IBM Plex Sans"/>
                <a:cs typeface="IBM Plex Sans"/>
              </a:defRPr>
            </a:defPPr>
            <a:lvl1pPr algn="l">
              <a:defRPr sz="1200" b="1">
                <a:solidFill>
                  <a:srgbClr val="B7DAD1"/>
                </a:solidFill>
                <a:latin typeface="IBM Plex Sans"/>
                <a:ea typeface="IBM Plex Sans"/>
                <a:cs typeface="IBM Plex Sans"/>
              </a:defRPr>
            </a:lvl1pPr>
            <a:lvl2pPr algn="l">
              <a:defRPr sz="1200" b="1">
                <a:solidFill>
                  <a:srgbClr val="B7DAD1"/>
                </a:solidFill>
                <a:latin typeface="IBM Plex Sans"/>
                <a:ea typeface="IBM Plex Sans"/>
                <a:cs typeface="IBM Plex Sans"/>
              </a:defRPr>
            </a:lvl2pPr>
            <a:lvl3pPr algn="l">
              <a:defRPr sz="1200" b="1">
                <a:solidFill>
                  <a:srgbClr val="B7DAD1"/>
                </a:solidFill>
                <a:latin typeface="IBM Plex Sans"/>
                <a:ea typeface="IBM Plex Sans"/>
                <a:cs typeface="IBM Plex Sans"/>
              </a:defRPr>
            </a:lvl3pPr>
            <a:lvl4pPr algn="l">
              <a:defRPr sz="1200" b="1">
                <a:solidFill>
                  <a:srgbClr val="B7DAD1"/>
                </a:solidFill>
                <a:latin typeface="IBM Plex Sans"/>
                <a:ea typeface="IBM Plex Sans"/>
                <a:cs typeface="IBM Plex Sans"/>
              </a:defRPr>
            </a:lvl4pPr>
            <a:lvl5pPr algn="l">
              <a:defRPr sz="1200" b="1">
                <a:solidFill>
                  <a:srgbClr val="B7DAD1"/>
                </a:solidFill>
                <a:latin typeface="IBM Plex Sans"/>
                <a:ea typeface="IBM Plex Sans"/>
                <a:cs typeface="IBM Plex Sans"/>
              </a:defRPr>
            </a:lvl5pPr>
            <a:lvl6pPr algn="l">
              <a:defRPr sz="1200" b="1">
                <a:solidFill>
                  <a:srgbClr val="B7DAD1"/>
                </a:solidFill>
                <a:latin typeface="IBM Plex Sans"/>
                <a:ea typeface="IBM Plex Sans"/>
                <a:cs typeface="IBM Plex Sans"/>
              </a:defRPr>
            </a:lvl6pPr>
            <a:lvl7pPr algn="l">
              <a:defRPr sz="1200" b="1">
                <a:solidFill>
                  <a:srgbClr val="B7DAD1"/>
                </a:solidFill>
                <a:latin typeface="IBM Plex Sans"/>
                <a:ea typeface="IBM Plex Sans"/>
                <a:cs typeface="IBM Plex Sans"/>
              </a:defRPr>
            </a:lvl7pPr>
            <a:lvl8pPr algn="l">
              <a:defRPr sz="1200" b="1">
                <a:solidFill>
                  <a:srgbClr val="B7DAD1"/>
                </a:solidFill>
                <a:latin typeface="IBM Plex Sans"/>
                <a:ea typeface="IBM Plex Sans"/>
                <a:cs typeface="IBM Plex Sans"/>
              </a:defRPr>
            </a:lvl8pPr>
            <a:lvl9pPr algn="l">
              <a:defRPr sz="1200" b="1">
                <a:solidFill>
                  <a:srgbClr val="B7DAD1"/>
                </a:solidFill>
                <a:latin typeface="IBM Plex Sans"/>
                <a:ea typeface="IBM Plex Sans"/>
                <a:cs typeface="IBM Plex Sans"/>
              </a:defRPr>
            </a:lvl9pPr>
          </a:lstStyle>
          <a:p xmlns:a="http://schemas.openxmlformats.org/drawingml/2006/main">
            <a:pPr algn="l">
              <a:defRPr sz="1200" b="1">
                <a:solidFill>
                  <a:srgbClr val="B7DAD1"/>
                </a:solidFill>
                <a:latin typeface="IBM Plex Sans"/>
                <a:ea typeface="IBM Plex Sans"/>
                <a:cs typeface="IBM Plex Sans"/>
              </a:defRPr>
            </a:pPr>
            <a:r>
              <a:rPr sz="1200" b="1">
                <a:solidFill>
                  <a:srgbClr val="B7DAD1"/>
                </a:solidFill>
                <a:latin typeface="IBM Plex Sans"/>
                <a:ea typeface="IBM Plex Sans"/>
                <a:cs typeface="IBM Plex Sans"/>
              </a:rPr>
              <a:t>MEDISHOP · PHARMACY WORKSPACE</a:t>
            </a:r>
          </a:p>
        </p:txBody>
      </p:sp>
      <p:sp>
        <p:nvSpPr>
          <p:cNvPr id="3" name="">
            <a:extLst xmlns:a="http://schemas.openxmlformats.org/drawingml/2006/main">
              <a:ext uri="{FF2B5EF4-FFF2-40B4-BE49-F238E27FC236}">
                <a16:creationId xmlns:a16="http://schemas.microsoft.com/office/drawing/2014/main" id="{4B90E3A5-D5D5-476E-8D8A-10DC2B8B3AF0}"/>
              </a:ext>
            </a:extLst>
          </p:cNvPr>
          <p:cNvSpPr>
            <a:spLocks xmlns:a="http://schemas.openxmlformats.org/drawingml/2006/main" noGrp="1"/>
          </p:cNvSpPr>
          <p:nvPr/>
        </p:nvSpPr>
        <p:spPr>
          <a:xfrm xmlns:a="http://schemas.openxmlformats.org/drawingml/2006/main">
            <a:off x="609600" y="1257300"/>
            <a:ext cx="642937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050" b="1">
                <a:solidFill>
                  <a:srgbClr val="FFFFFF"/>
                </a:solidFill>
                <a:latin typeface="Sora Bold"/>
                <a:ea typeface="Sora Bold"/>
                <a:cs typeface="Sora Bold"/>
              </a:defRPr>
            </a:defPPr>
            <a:lvl1pPr algn="l">
              <a:defRPr sz="4050" b="1">
                <a:solidFill>
                  <a:srgbClr val="FFFFFF"/>
                </a:solidFill>
                <a:latin typeface="Sora Bold"/>
                <a:ea typeface="Sora Bold"/>
                <a:cs typeface="Sora Bold"/>
              </a:defRPr>
            </a:lvl1pPr>
            <a:lvl2pPr algn="l">
              <a:defRPr sz="4050" b="1">
                <a:solidFill>
                  <a:srgbClr val="FFFFFF"/>
                </a:solidFill>
                <a:latin typeface="Sora Bold"/>
                <a:ea typeface="Sora Bold"/>
                <a:cs typeface="Sora Bold"/>
              </a:defRPr>
            </a:lvl2pPr>
            <a:lvl3pPr algn="l">
              <a:defRPr sz="4050" b="1">
                <a:solidFill>
                  <a:srgbClr val="FFFFFF"/>
                </a:solidFill>
                <a:latin typeface="Sora Bold"/>
                <a:ea typeface="Sora Bold"/>
                <a:cs typeface="Sora Bold"/>
              </a:defRPr>
            </a:lvl3pPr>
            <a:lvl4pPr algn="l">
              <a:defRPr sz="4050" b="1">
                <a:solidFill>
                  <a:srgbClr val="FFFFFF"/>
                </a:solidFill>
                <a:latin typeface="Sora Bold"/>
                <a:ea typeface="Sora Bold"/>
                <a:cs typeface="Sora Bold"/>
              </a:defRPr>
            </a:lvl4pPr>
            <a:lvl5pPr algn="l">
              <a:defRPr sz="4050" b="1">
                <a:solidFill>
                  <a:srgbClr val="FFFFFF"/>
                </a:solidFill>
                <a:latin typeface="Sora Bold"/>
                <a:ea typeface="Sora Bold"/>
                <a:cs typeface="Sora Bold"/>
              </a:defRPr>
            </a:lvl5pPr>
            <a:lvl6pPr algn="l">
              <a:defRPr sz="4050" b="1">
                <a:solidFill>
                  <a:srgbClr val="FFFFFF"/>
                </a:solidFill>
                <a:latin typeface="Sora Bold"/>
                <a:ea typeface="Sora Bold"/>
                <a:cs typeface="Sora Bold"/>
              </a:defRPr>
            </a:lvl6pPr>
            <a:lvl7pPr algn="l">
              <a:defRPr sz="4050" b="1">
                <a:solidFill>
                  <a:srgbClr val="FFFFFF"/>
                </a:solidFill>
                <a:latin typeface="Sora Bold"/>
                <a:ea typeface="Sora Bold"/>
                <a:cs typeface="Sora Bold"/>
              </a:defRPr>
            </a:lvl7pPr>
            <a:lvl8pPr algn="l">
              <a:defRPr sz="4050" b="1">
                <a:solidFill>
                  <a:srgbClr val="FFFFFF"/>
                </a:solidFill>
                <a:latin typeface="Sora Bold"/>
                <a:ea typeface="Sora Bold"/>
                <a:cs typeface="Sora Bold"/>
              </a:defRPr>
            </a:lvl8pPr>
            <a:lvl9pPr algn="l">
              <a:defRPr sz="4050" b="1">
                <a:solidFill>
                  <a:srgbClr val="FFFFFF"/>
                </a:solidFill>
                <a:latin typeface="Sora Bold"/>
                <a:ea typeface="Sora Bold"/>
                <a:cs typeface="Sora Bold"/>
              </a:defRPr>
            </a:lvl9pPr>
          </a:lstStyle>
          <a:p xmlns:a="http://schemas.openxmlformats.org/drawingml/2006/main">
            <a:pPr algn="l">
              <a:defRPr sz="4050" b="1">
                <a:solidFill>
                  <a:srgbClr val="FFFFFF"/>
                </a:solidFill>
                <a:latin typeface="Sora Bold"/>
                <a:ea typeface="Sora Bold"/>
                <a:cs typeface="Sora Bold"/>
              </a:defRPr>
            </a:pPr>
            <a:r>
              <a:rPr sz="4050" b="1">
                <a:solidFill>
                  <a:srgbClr val="FFFFFF"/>
                </a:solidFill>
                <a:latin typeface="Sora Bold"/>
                <a:ea typeface="Sora Bold"/>
                <a:cs typeface="Sora Bold"/>
              </a:rPr>
              <a:t>See how it fits</a:t>
            </a:r>
          </a:p>
          <a:p xmlns:a="http://schemas.openxmlformats.org/drawingml/2006/main">
            <a:pPr algn="l">
              <a:defRPr sz="4050" b="1">
                <a:solidFill>
                  <a:srgbClr val="FFFFFF"/>
                </a:solidFill>
                <a:latin typeface="Sora Bold"/>
                <a:ea typeface="Sora Bold"/>
                <a:cs typeface="Sora Bold"/>
              </a:defRPr>
            </a:pPr>
            <a:r>
              <a:rPr sz="4050" b="1">
                <a:solidFill>
                  <a:srgbClr val="FFFFFF"/>
                </a:solidFill>
                <a:latin typeface="Sora Bold"/>
                <a:ea typeface="Sora Bold"/>
                <a:cs typeface="Sora Bold"/>
              </a:rPr>
              <a:t>your pharmacy.</a:t>
            </a:r>
          </a:p>
        </p:txBody>
      </p:sp>
      <p:sp>
        <p:nvSpPr>
          <p:cNvPr id="4" name="">
            <a:extLst xmlns:a="http://schemas.openxmlformats.org/drawingml/2006/main">
              <a:ext uri="{FF2B5EF4-FFF2-40B4-BE49-F238E27FC236}">
                <a16:creationId xmlns:a16="http://schemas.microsoft.com/office/drawing/2014/main" id="{15BCDD94-D4F6-43B1-80C7-6A00924B5DAD}"/>
              </a:ext>
            </a:extLst>
          </p:cNvPr>
          <p:cNvSpPr>
            <a:spLocks xmlns:a="http://schemas.openxmlformats.org/drawingml/2006/main" noGrp="1"/>
          </p:cNvSpPr>
          <p:nvPr/>
        </p:nvSpPr>
        <p:spPr>
          <a:xfrm xmlns:a="http://schemas.openxmlformats.org/drawingml/2006/main">
            <a:off x="609600" y="3076575"/>
            <a:ext cx="619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FFFFFF"/>
                </a:solidFill>
                <a:latin typeface="IBM Plex Sans"/>
                <a:ea typeface="IBM Plex Sans"/>
                <a:cs typeface="IBM Plex Sans"/>
              </a:defRPr>
            </a:defPPr>
            <a:lvl1pPr algn="l">
              <a:defRPr sz="1800" b="0">
                <a:solidFill>
                  <a:srgbClr val="FFFFFF"/>
                </a:solidFill>
                <a:latin typeface="IBM Plex Sans"/>
                <a:ea typeface="IBM Plex Sans"/>
                <a:cs typeface="IBM Plex Sans"/>
              </a:defRPr>
            </a:lvl1pPr>
            <a:lvl2pPr algn="l">
              <a:defRPr sz="1800" b="0">
                <a:solidFill>
                  <a:srgbClr val="FFFFFF"/>
                </a:solidFill>
                <a:latin typeface="IBM Plex Sans"/>
                <a:ea typeface="IBM Plex Sans"/>
                <a:cs typeface="IBM Plex Sans"/>
              </a:defRPr>
            </a:lvl2pPr>
            <a:lvl3pPr algn="l">
              <a:defRPr sz="1800" b="0">
                <a:solidFill>
                  <a:srgbClr val="FFFFFF"/>
                </a:solidFill>
                <a:latin typeface="IBM Plex Sans"/>
                <a:ea typeface="IBM Plex Sans"/>
                <a:cs typeface="IBM Plex Sans"/>
              </a:defRPr>
            </a:lvl3pPr>
            <a:lvl4pPr algn="l">
              <a:defRPr sz="1800" b="0">
                <a:solidFill>
                  <a:srgbClr val="FFFFFF"/>
                </a:solidFill>
                <a:latin typeface="IBM Plex Sans"/>
                <a:ea typeface="IBM Plex Sans"/>
                <a:cs typeface="IBM Plex Sans"/>
              </a:defRPr>
            </a:lvl4pPr>
            <a:lvl5pPr algn="l">
              <a:defRPr sz="1800" b="0">
                <a:solidFill>
                  <a:srgbClr val="FFFFFF"/>
                </a:solidFill>
                <a:latin typeface="IBM Plex Sans"/>
                <a:ea typeface="IBM Plex Sans"/>
                <a:cs typeface="IBM Plex Sans"/>
              </a:defRPr>
            </a:lvl5pPr>
            <a:lvl6pPr algn="l">
              <a:defRPr sz="1800" b="0">
                <a:solidFill>
                  <a:srgbClr val="FFFFFF"/>
                </a:solidFill>
                <a:latin typeface="IBM Plex Sans"/>
                <a:ea typeface="IBM Plex Sans"/>
                <a:cs typeface="IBM Plex Sans"/>
              </a:defRPr>
            </a:lvl6pPr>
            <a:lvl7pPr algn="l">
              <a:defRPr sz="1800" b="0">
                <a:solidFill>
                  <a:srgbClr val="FFFFFF"/>
                </a:solidFill>
                <a:latin typeface="IBM Plex Sans"/>
                <a:ea typeface="IBM Plex Sans"/>
                <a:cs typeface="IBM Plex Sans"/>
              </a:defRPr>
            </a:lvl7pPr>
            <a:lvl8pPr algn="l">
              <a:defRPr sz="1800" b="0">
                <a:solidFill>
                  <a:srgbClr val="FFFFFF"/>
                </a:solidFill>
                <a:latin typeface="IBM Plex Sans"/>
                <a:ea typeface="IBM Plex Sans"/>
                <a:cs typeface="IBM Plex Sans"/>
              </a:defRPr>
            </a:lvl8pPr>
            <a:lvl9pPr algn="l">
              <a:defRPr sz="1800" b="0">
                <a:solidFill>
                  <a:srgbClr val="FFFFFF"/>
                </a:solidFill>
                <a:latin typeface="IBM Plex Sans"/>
                <a:ea typeface="IBM Plex Sans"/>
                <a:cs typeface="IBM Plex Sans"/>
              </a:defRPr>
            </a:lvl9pPr>
          </a:lstStyle>
          <a:p xmlns:a="http://schemas.openxmlformats.org/drawingml/2006/main">
            <a:pPr algn="l">
              <a:defRPr sz="1800" b="0">
                <a:solidFill>
                  <a:srgbClr val="FFFFFF"/>
                </a:solidFill>
                <a:latin typeface="IBM Plex Sans"/>
                <a:ea typeface="IBM Plex Sans"/>
                <a:cs typeface="IBM Plex Sans"/>
              </a:defRPr>
            </a:pPr>
            <a:r>
              <a:rPr sz="1800" b="0">
                <a:solidFill>
                  <a:srgbClr val="FFFFFF"/>
                </a:solidFill>
                <a:latin typeface="IBM Plex Sans"/>
                <a:ea typeface="IBM Plex Sans"/>
                <a:cs typeface="IBM Plex Sans"/>
              </a:rPr>
              <a:t>Start with your real counter workflow. We’ll walk through the steps, answer staff questions and agree what setup is needed.</a:t>
            </a:r>
          </a:p>
        </p:txBody>
      </p:sp>
      <p:sp>
        <p:nvSpPr>
          <p:cNvPr id="5" name="">
            <a:extLst xmlns:a="http://schemas.openxmlformats.org/drawingml/2006/main">
              <a:ext uri="{FF2B5EF4-FFF2-40B4-BE49-F238E27FC236}">
                <a16:creationId xmlns:a16="http://schemas.microsoft.com/office/drawing/2014/main" id="{EC5EC6E5-7898-4B50-8195-DA51FB474077}"/>
              </a:ext>
            </a:extLst>
          </p:cNvPr>
          <p:cNvSpPr>
            <a:spLocks xmlns:a="http://schemas.openxmlformats.org/drawingml/2006/main" noGrp="1"/>
          </p:cNvSpPr>
          <p:nvPr/>
        </p:nvSpPr>
        <p:spPr>
          <a:xfrm xmlns:a="http://schemas.openxmlformats.org/drawingml/2006/main">
            <a:off x="7524750" y="1219200"/>
            <a:ext cx="3905250" cy="3905250"/>
          </a:xfrm>
          <a:prstGeom xmlns:a="http://schemas.openxmlformats.org/drawingml/2006/main" prst="roundRect">
            <a:avLst>
              <a:gd name="adj" fmla="val 1951"/>
            </a:avLst>
          </a:prstGeom>
          <a:solidFill xmlns:a="http://schemas.openxmlformats.org/drawingml/2006/main">
            <a:srgbClr val="F2F4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C4A36B-1ECB-450D-AA1F-B0686A59B7F4}"/>
              </a:ext>
            </a:extLst>
          </p:cNvPr>
          <p:cNvSpPr>
            <a:spLocks xmlns:a="http://schemas.openxmlformats.org/drawingml/2006/main" noGrp="1"/>
          </p:cNvSpPr>
          <p:nvPr/>
        </p:nvSpPr>
        <p:spPr>
          <a:xfrm xmlns:a="http://schemas.openxmlformats.org/drawingml/2006/main">
            <a:off x="7867650" y="15621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0A7C78"/>
                </a:solidFill>
                <a:latin typeface="IBM Plex Sans"/>
                <a:ea typeface="IBM Plex Sans"/>
                <a:cs typeface="IBM Plex Sans"/>
              </a:defRPr>
            </a:defPPr>
            <a:lvl1pPr algn="l">
              <a:defRPr sz="1125" b="1">
                <a:solidFill>
                  <a:srgbClr val="0A7C78"/>
                </a:solidFill>
                <a:latin typeface="IBM Plex Sans"/>
                <a:ea typeface="IBM Plex Sans"/>
                <a:cs typeface="IBM Plex Sans"/>
              </a:defRPr>
            </a:lvl1pPr>
            <a:lvl2pPr algn="l">
              <a:defRPr sz="1125" b="1">
                <a:solidFill>
                  <a:srgbClr val="0A7C78"/>
                </a:solidFill>
                <a:latin typeface="IBM Plex Sans"/>
                <a:ea typeface="IBM Plex Sans"/>
                <a:cs typeface="IBM Plex Sans"/>
              </a:defRPr>
            </a:lvl2pPr>
            <a:lvl3pPr algn="l">
              <a:defRPr sz="1125" b="1">
                <a:solidFill>
                  <a:srgbClr val="0A7C78"/>
                </a:solidFill>
                <a:latin typeface="IBM Plex Sans"/>
                <a:ea typeface="IBM Plex Sans"/>
                <a:cs typeface="IBM Plex Sans"/>
              </a:defRPr>
            </a:lvl3pPr>
            <a:lvl4pPr algn="l">
              <a:defRPr sz="1125" b="1">
                <a:solidFill>
                  <a:srgbClr val="0A7C78"/>
                </a:solidFill>
                <a:latin typeface="IBM Plex Sans"/>
                <a:ea typeface="IBM Plex Sans"/>
                <a:cs typeface="IBM Plex Sans"/>
              </a:defRPr>
            </a:lvl4pPr>
            <a:lvl5pPr algn="l">
              <a:defRPr sz="1125" b="1">
                <a:solidFill>
                  <a:srgbClr val="0A7C78"/>
                </a:solidFill>
                <a:latin typeface="IBM Plex Sans"/>
                <a:ea typeface="IBM Plex Sans"/>
                <a:cs typeface="IBM Plex Sans"/>
              </a:defRPr>
            </a:lvl5pPr>
            <a:lvl6pPr algn="l">
              <a:defRPr sz="1125" b="1">
                <a:solidFill>
                  <a:srgbClr val="0A7C78"/>
                </a:solidFill>
                <a:latin typeface="IBM Plex Sans"/>
                <a:ea typeface="IBM Plex Sans"/>
                <a:cs typeface="IBM Plex Sans"/>
              </a:defRPr>
            </a:lvl6pPr>
            <a:lvl7pPr algn="l">
              <a:defRPr sz="1125" b="1">
                <a:solidFill>
                  <a:srgbClr val="0A7C78"/>
                </a:solidFill>
                <a:latin typeface="IBM Plex Sans"/>
                <a:ea typeface="IBM Plex Sans"/>
                <a:cs typeface="IBM Plex Sans"/>
              </a:defRPr>
            </a:lvl7pPr>
            <a:lvl8pPr algn="l">
              <a:defRPr sz="1125" b="1">
                <a:solidFill>
                  <a:srgbClr val="0A7C78"/>
                </a:solidFill>
                <a:latin typeface="IBM Plex Sans"/>
                <a:ea typeface="IBM Plex Sans"/>
                <a:cs typeface="IBM Plex Sans"/>
              </a:defRPr>
            </a:lvl8pPr>
            <a:lvl9pPr algn="l">
              <a:defRPr sz="1125" b="1">
                <a:solidFill>
                  <a:srgbClr val="0A7C78"/>
                </a:solidFill>
                <a:latin typeface="IBM Plex Sans"/>
                <a:ea typeface="IBM Plex Sans"/>
                <a:cs typeface="IBM Plex Sans"/>
              </a:defRPr>
            </a:lvl9pPr>
          </a:lstStyle>
          <a:p xmlns:a="http://schemas.openxmlformats.org/drawingml/2006/main">
            <a:pPr algn="l">
              <a:defRPr sz="1125" b="1">
                <a:solidFill>
                  <a:srgbClr val="0A7C78"/>
                </a:solidFill>
                <a:latin typeface="IBM Plex Sans"/>
                <a:ea typeface="IBM Plex Sans"/>
                <a:cs typeface="IBM Plex Sans"/>
              </a:defRPr>
            </a:pPr>
            <a:r>
              <a:rPr sz="1125" b="1">
                <a:solidFill>
                  <a:srgbClr val="0A7C78"/>
                </a:solidFill>
                <a:latin typeface="IBM Plex Sans"/>
                <a:ea typeface="IBM Plex Sans"/>
                <a:cs typeface="IBM Plex Sans"/>
              </a:rPr>
              <a:t>NEXT STEP</a:t>
            </a:r>
          </a:p>
        </p:txBody>
      </p:sp>
      <p:sp>
        <p:nvSpPr>
          <p:cNvPr id="7" name="">
            <a:extLst xmlns:a="http://schemas.openxmlformats.org/drawingml/2006/main">
              <a:ext uri="{FF2B5EF4-FFF2-40B4-BE49-F238E27FC236}">
                <a16:creationId xmlns:a16="http://schemas.microsoft.com/office/drawing/2014/main" id="{D28D3AF5-D74C-48B0-92E0-ACB90764A611}"/>
              </a:ext>
            </a:extLst>
          </p:cNvPr>
          <p:cNvSpPr>
            <a:spLocks xmlns:a="http://schemas.openxmlformats.org/drawingml/2006/main" noGrp="1"/>
          </p:cNvSpPr>
          <p:nvPr/>
        </p:nvSpPr>
        <p:spPr>
          <a:xfrm xmlns:a="http://schemas.openxmlformats.org/drawingml/2006/main">
            <a:off x="7867650" y="19812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0201D"/>
                </a:solidFill>
                <a:latin typeface="Sora Bold"/>
                <a:ea typeface="Sora Bold"/>
                <a:cs typeface="Sora Bold"/>
              </a:defRPr>
            </a:defPPr>
            <a:lvl1pPr algn="l">
              <a:defRPr sz="2100" b="1">
                <a:solidFill>
                  <a:srgbClr val="10201D"/>
                </a:solidFill>
                <a:latin typeface="Sora Bold"/>
                <a:ea typeface="Sora Bold"/>
                <a:cs typeface="Sora Bold"/>
              </a:defRPr>
            </a:lvl1pPr>
            <a:lvl2pPr algn="l">
              <a:defRPr sz="2100" b="1">
                <a:solidFill>
                  <a:srgbClr val="10201D"/>
                </a:solidFill>
                <a:latin typeface="Sora Bold"/>
                <a:ea typeface="Sora Bold"/>
                <a:cs typeface="Sora Bold"/>
              </a:defRPr>
            </a:lvl2pPr>
            <a:lvl3pPr algn="l">
              <a:defRPr sz="2100" b="1">
                <a:solidFill>
                  <a:srgbClr val="10201D"/>
                </a:solidFill>
                <a:latin typeface="Sora Bold"/>
                <a:ea typeface="Sora Bold"/>
                <a:cs typeface="Sora Bold"/>
              </a:defRPr>
            </a:lvl3pPr>
            <a:lvl4pPr algn="l">
              <a:defRPr sz="2100" b="1">
                <a:solidFill>
                  <a:srgbClr val="10201D"/>
                </a:solidFill>
                <a:latin typeface="Sora Bold"/>
                <a:ea typeface="Sora Bold"/>
                <a:cs typeface="Sora Bold"/>
              </a:defRPr>
            </a:lvl4pPr>
            <a:lvl5pPr algn="l">
              <a:defRPr sz="2100" b="1">
                <a:solidFill>
                  <a:srgbClr val="10201D"/>
                </a:solidFill>
                <a:latin typeface="Sora Bold"/>
                <a:ea typeface="Sora Bold"/>
                <a:cs typeface="Sora Bold"/>
              </a:defRPr>
            </a:lvl5pPr>
            <a:lvl6pPr algn="l">
              <a:defRPr sz="2100" b="1">
                <a:solidFill>
                  <a:srgbClr val="10201D"/>
                </a:solidFill>
                <a:latin typeface="Sora Bold"/>
                <a:ea typeface="Sora Bold"/>
                <a:cs typeface="Sora Bold"/>
              </a:defRPr>
            </a:lvl6pPr>
            <a:lvl7pPr algn="l">
              <a:defRPr sz="2100" b="1">
                <a:solidFill>
                  <a:srgbClr val="10201D"/>
                </a:solidFill>
                <a:latin typeface="Sora Bold"/>
                <a:ea typeface="Sora Bold"/>
                <a:cs typeface="Sora Bold"/>
              </a:defRPr>
            </a:lvl7pPr>
            <a:lvl8pPr algn="l">
              <a:defRPr sz="2100" b="1">
                <a:solidFill>
                  <a:srgbClr val="10201D"/>
                </a:solidFill>
                <a:latin typeface="Sora Bold"/>
                <a:ea typeface="Sora Bold"/>
                <a:cs typeface="Sora Bold"/>
              </a:defRPr>
            </a:lvl8pPr>
            <a:lvl9pPr algn="l">
              <a:defRPr sz="2100" b="1">
                <a:solidFill>
                  <a:srgbClr val="10201D"/>
                </a:solidFill>
                <a:latin typeface="Sora Bold"/>
                <a:ea typeface="Sora Bold"/>
                <a:cs typeface="Sora Bold"/>
              </a:defRPr>
            </a:lvl9pPr>
          </a:lstStyle>
          <a:p xmlns:a="http://schemas.openxmlformats.org/drawingml/2006/main">
            <a:pPr algn="l">
              <a:defRPr sz="2100" b="1">
                <a:solidFill>
                  <a:srgbClr val="10201D"/>
                </a:solidFill>
                <a:latin typeface="Sora Bold"/>
                <a:ea typeface="Sora Bold"/>
                <a:cs typeface="Sora Bold"/>
              </a:defRPr>
            </a:pPr>
            <a:r>
              <a:rPr sz="2100" b="1">
                <a:solidFill>
                  <a:srgbClr val="10201D"/>
                </a:solidFill>
                <a:latin typeface="Sora Bold"/>
                <a:ea typeface="Sora Bold"/>
                <a:cs typeface="Sora Bold"/>
              </a:rPr>
              <a:t>Book a guided demo</a:t>
            </a:r>
          </a:p>
        </p:txBody>
      </p:sp>
      <p:sp>
        <p:nvSpPr>
          <p:cNvPr id="8" name="">
            <a:extLst xmlns:a="http://schemas.openxmlformats.org/drawingml/2006/main">
              <a:ext uri="{FF2B5EF4-FFF2-40B4-BE49-F238E27FC236}">
                <a16:creationId xmlns:a16="http://schemas.microsoft.com/office/drawing/2014/main" id="{FE8FA39F-8ADF-4EBA-92BE-64AF17CBA7F0}"/>
              </a:ext>
            </a:extLst>
          </p:cNvPr>
          <p:cNvSpPr>
            <a:spLocks xmlns:a="http://schemas.openxmlformats.org/drawingml/2006/main" noGrp="1"/>
          </p:cNvSpPr>
          <p:nvPr/>
        </p:nvSpPr>
        <p:spPr>
          <a:xfrm xmlns:a="http://schemas.openxmlformats.org/drawingml/2006/main">
            <a:off x="7867650" y="25908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0201D"/>
                </a:solidFill>
                <a:latin typeface="IBM Plex Sans"/>
                <a:ea typeface="IBM Plex Sans"/>
                <a:cs typeface="IBM Plex Sans"/>
              </a:defRPr>
            </a:defPPr>
            <a:lvl1pPr algn="l">
              <a:defRPr sz="1425" b="1">
                <a:solidFill>
                  <a:srgbClr val="10201D"/>
                </a:solidFill>
                <a:latin typeface="IBM Plex Sans"/>
                <a:ea typeface="IBM Plex Sans"/>
                <a:cs typeface="IBM Plex Sans"/>
              </a:defRPr>
            </a:lvl1pPr>
            <a:lvl2pPr algn="l">
              <a:defRPr sz="1425" b="1">
                <a:solidFill>
                  <a:srgbClr val="10201D"/>
                </a:solidFill>
                <a:latin typeface="IBM Plex Sans"/>
                <a:ea typeface="IBM Plex Sans"/>
                <a:cs typeface="IBM Plex Sans"/>
              </a:defRPr>
            </a:lvl2pPr>
            <a:lvl3pPr algn="l">
              <a:defRPr sz="1425" b="1">
                <a:solidFill>
                  <a:srgbClr val="10201D"/>
                </a:solidFill>
                <a:latin typeface="IBM Plex Sans"/>
                <a:ea typeface="IBM Plex Sans"/>
                <a:cs typeface="IBM Plex Sans"/>
              </a:defRPr>
            </a:lvl3pPr>
            <a:lvl4pPr algn="l">
              <a:defRPr sz="1425" b="1">
                <a:solidFill>
                  <a:srgbClr val="10201D"/>
                </a:solidFill>
                <a:latin typeface="IBM Plex Sans"/>
                <a:ea typeface="IBM Plex Sans"/>
                <a:cs typeface="IBM Plex Sans"/>
              </a:defRPr>
            </a:lvl4pPr>
            <a:lvl5pPr algn="l">
              <a:defRPr sz="1425" b="1">
                <a:solidFill>
                  <a:srgbClr val="10201D"/>
                </a:solidFill>
                <a:latin typeface="IBM Plex Sans"/>
                <a:ea typeface="IBM Plex Sans"/>
                <a:cs typeface="IBM Plex Sans"/>
              </a:defRPr>
            </a:lvl5pPr>
            <a:lvl6pPr algn="l">
              <a:defRPr sz="1425" b="1">
                <a:solidFill>
                  <a:srgbClr val="10201D"/>
                </a:solidFill>
                <a:latin typeface="IBM Plex Sans"/>
                <a:ea typeface="IBM Plex Sans"/>
                <a:cs typeface="IBM Plex Sans"/>
              </a:defRPr>
            </a:lvl6pPr>
            <a:lvl7pPr algn="l">
              <a:defRPr sz="1425" b="1">
                <a:solidFill>
                  <a:srgbClr val="10201D"/>
                </a:solidFill>
                <a:latin typeface="IBM Plex Sans"/>
                <a:ea typeface="IBM Plex Sans"/>
                <a:cs typeface="IBM Plex Sans"/>
              </a:defRPr>
            </a:lvl7pPr>
            <a:lvl8pPr algn="l">
              <a:defRPr sz="1425" b="1">
                <a:solidFill>
                  <a:srgbClr val="10201D"/>
                </a:solidFill>
                <a:latin typeface="IBM Plex Sans"/>
                <a:ea typeface="IBM Plex Sans"/>
                <a:cs typeface="IBM Plex Sans"/>
              </a:defRPr>
            </a:lvl8pPr>
            <a:lvl9pPr algn="l">
              <a:defRPr sz="1425" b="1">
                <a:solidFill>
                  <a:srgbClr val="10201D"/>
                </a:solidFill>
                <a:latin typeface="IBM Plex Sans"/>
                <a:ea typeface="IBM Plex Sans"/>
                <a:cs typeface="IBM Plex Sans"/>
              </a:defRPr>
            </a:lvl9pPr>
          </a:lstStyle>
          <a:p xmlns:a="http://schemas.openxmlformats.org/drawingml/2006/main">
            <a:pPr algn="l">
              <a:defRPr sz="1425" b="1">
                <a:solidFill>
                  <a:srgbClr val="10201D"/>
                </a:solidFill>
                <a:latin typeface="IBM Plex Sans"/>
                <a:ea typeface="IBM Plex Sans"/>
                <a:cs typeface="IBM Plex Sans"/>
              </a:defRPr>
            </a:pPr>
            <a:r>
              <a:rPr sz="1425" b="1">
                <a:solidFill>
                  <a:srgbClr val="10201D"/>
                </a:solidFill>
                <a:latin typeface="IBM Plex Sans"/>
                <a:ea typeface="IBM Plex Sans"/>
                <a:cs typeface="IBM Plex Sans"/>
              </a:rPr>
              <a:t>Bring one real workflow:</a:t>
            </a:r>
          </a:p>
        </p:txBody>
      </p:sp>
      <p:sp>
        <p:nvSpPr>
          <p:cNvPr id="9" name="">
            <a:extLst xmlns:a="http://schemas.openxmlformats.org/drawingml/2006/main">
              <a:ext uri="{FF2B5EF4-FFF2-40B4-BE49-F238E27FC236}">
                <a16:creationId xmlns:a16="http://schemas.microsoft.com/office/drawing/2014/main" id="{84042A84-2F70-4479-8BF1-D0A1BBC2D591}"/>
              </a:ext>
            </a:extLst>
          </p:cNvPr>
          <p:cNvSpPr>
            <a:spLocks xmlns:a="http://schemas.openxmlformats.org/drawingml/2006/main" noGrp="1"/>
          </p:cNvSpPr>
          <p:nvPr/>
        </p:nvSpPr>
        <p:spPr>
          <a:xfrm xmlns:a="http://schemas.openxmlformats.org/drawingml/2006/main">
            <a:off x="7867650" y="2990850"/>
            <a:ext cx="3238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10201D"/>
                </a:solidFill>
                <a:latin typeface="IBM Plex Sans"/>
                <a:ea typeface="IBM Plex Sans"/>
                <a:cs typeface="IBM Plex Sans"/>
              </a:defRPr>
            </a:defPPr>
            <a:lvl1pPr algn="l">
              <a:defRPr sz="1425" b="0">
                <a:solidFill>
                  <a:srgbClr val="10201D"/>
                </a:solidFill>
                <a:latin typeface="IBM Plex Sans"/>
                <a:ea typeface="IBM Plex Sans"/>
                <a:cs typeface="IBM Plex Sans"/>
              </a:defRPr>
            </a:lvl1pPr>
            <a:lvl2pPr algn="l">
              <a:defRPr sz="1425" b="0">
                <a:solidFill>
                  <a:srgbClr val="10201D"/>
                </a:solidFill>
                <a:latin typeface="IBM Plex Sans"/>
                <a:ea typeface="IBM Plex Sans"/>
                <a:cs typeface="IBM Plex Sans"/>
              </a:defRPr>
            </a:lvl2pPr>
            <a:lvl3pPr algn="l">
              <a:defRPr sz="1425" b="0">
                <a:solidFill>
                  <a:srgbClr val="10201D"/>
                </a:solidFill>
                <a:latin typeface="IBM Plex Sans"/>
                <a:ea typeface="IBM Plex Sans"/>
                <a:cs typeface="IBM Plex Sans"/>
              </a:defRPr>
            </a:lvl3pPr>
            <a:lvl4pPr algn="l">
              <a:defRPr sz="1425" b="0">
                <a:solidFill>
                  <a:srgbClr val="10201D"/>
                </a:solidFill>
                <a:latin typeface="IBM Plex Sans"/>
                <a:ea typeface="IBM Plex Sans"/>
                <a:cs typeface="IBM Plex Sans"/>
              </a:defRPr>
            </a:lvl4pPr>
            <a:lvl5pPr algn="l">
              <a:defRPr sz="1425" b="0">
                <a:solidFill>
                  <a:srgbClr val="10201D"/>
                </a:solidFill>
                <a:latin typeface="IBM Plex Sans"/>
                <a:ea typeface="IBM Plex Sans"/>
                <a:cs typeface="IBM Plex Sans"/>
              </a:defRPr>
            </a:lvl5pPr>
            <a:lvl6pPr algn="l">
              <a:defRPr sz="1425" b="0">
                <a:solidFill>
                  <a:srgbClr val="10201D"/>
                </a:solidFill>
                <a:latin typeface="IBM Plex Sans"/>
                <a:ea typeface="IBM Plex Sans"/>
                <a:cs typeface="IBM Plex Sans"/>
              </a:defRPr>
            </a:lvl6pPr>
            <a:lvl7pPr algn="l">
              <a:defRPr sz="1425" b="0">
                <a:solidFill>
                  <a:srgbClr val="10201D"/>
                </a:solidFill>
                <a:latin typeface="IBM Plex Sans"/>
                <a:ea typeface="IBM Plex Sans"/>
                <a:cs typeface="IBM Plex Sans"/>
              </a:defRPr>
            </a:lvl7pPr>
            <a:lvl8pPr algn="l">
              <a:defRPr sz="1425" b="0">
                <a:solidFill>
                  <a:srgbClr val="10201D"/>
                </a:solidFill>
                <a:latin typeface="IBM Plex Sans"/>
                <a:ea typeface="IBM Plex Sans"/>
                <a:cs typeface="IBM Plex Sans"/>
              </a:defRPr>
            </a:lvl8pPr>
            <a:lvl9pPr algn="l">
              <a:defRPr sz="1425" b="0">
                <a:solidFill>
                  <a:srgbClr val="10201D"/>
                </a:solidFill>
                <a:latin typeface="IBM Plex Sans"/>
                <a:ea typeface="IBM Plex Sans"/>
                <a:cs typeface="IBM Plex Sans"/>
              </a:defRPr>
            </a:lvl9pPr>
          </a:lstStyle>
          <a:p xmlns:a="http://schemas.openxmlformats.org/drawingml/2006/main">
            <a:pPr algn="l">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 Add stock</a:t>
            </a:r>
          </a:p>
          <a:p xmlns:a="http://schemas.openxmlformats.org/drawingml/2006/main">
            <a:pPr algn="l">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 Make a sample bill</a:t>
            </a:r>
          </a:p>
          <a:p xmlns:a="http://schemas.openxmlformats.org/drawingml/2006/main">
            <a:pPr algn="l">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 Review a return or report</a:t>
            </a:r>
          </a:p>
          <a:p xmlns:a="http://schemas.openxmlformats.org/drawingml/2006/main">
            <a:pPr algn="l">
              <a:defRPr sz="1425" b="0">
                <a:solidFill>
                  <a:srgbClr val="10201D"/>
                </a:solidFill>
                <a:latin typeface="IBM Plex Sans"/>
                <a:ea typeface="IBM Plex Sans"/>
                <a:cs typeface="IBM Plex Sans"/>
              </a:defRPr>
            </a:pPr>
            <a:r>
              <a:rPr sz="1425" b="0">
                <a:solidFill>
                  <a:srgbClr val="10201D"/>
                </a:solidFill>
                <a:latin typeface="IBM Plex Sans"/>
                <a:ea typeface="IBM Plex Sans"/>
                <a:cs typeface="IBM Plex Sans"/>
              </a:rPr>
              <a:t>• Discuss setup, training and support</a:t>
            </a:r>
          </a:p>
        </p:txBody>
      </p:sp>
      <p:sp>
        <p:nvSpPr>
          <p:cNvPr id="10" name="">
            <a:extLst xmlns:a="http://schemas.openxmlformats.org/drawingml/2006/main">
              <a:ext uri="{FF2B5EF4-FFF2-40B4-BE49-F238E27FC236}">
                <a16:creationId xmlns:a16="http://schemas.microsoft.com/office/drawing/2014/main" id="{A298E7A7-A3C0-4E19-A0AD-8074E46B879F}"/>
              </a:ext>
            </a:extLst>
          </p:cNvPr>
          <p:cNvSpPr>
            <a:spLocks xmlns:a="http://schemas.openxmlformats.org/drawingml/2006/main" noGrp="1"/>
          </p:cNvSpPr>
          <p:nvPr/>
        </p:nvSpPr>
        <p:spPr>
          <a:xfrm xmlns:a="http://schemas.openxmlformats.org/drawingml/2006/main">
            <a:off x="7867650" y="4438650"/>
            <a:ext cx="3162300" cy="457200"/>
          </a:xfrm>
          <a:prstGeom xmlns:a="http://schemas.openxmlformats.org/drawingml/2006/main" prst="roundRect">
            <a:avLst>
              <a:gd name="adj" fmla="val 16667"/>
            </a:avLst>
          </a:prstGeom>
          <a:solidFill xmlns:a="http://schemas.openxmlformats.org/drawingml/2006/main">
            <a:srgbClr val="F26A3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559DF2-168C-42AF-A55E-F21CA9B4D244}"/>
              </a:ext>
            </a:extLst>
          </p:cNvPr>
          <p:cNvSpPr>
            <a:spLocks xmlns:a="http://schemas.openxmlformats.org/drawingml/2006/main" noGrp="1"/>
          </p:cNvSpPr>
          <p:nvPr/>
        </p:nvSpPr>
        <p:spPr>
          <a:xfrm xmlns:a="http://schemas.openxmlformats.org/drawingml/2006/main">
            <a:off x="7962900" y="45339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0201D"/>
                </a:solidFill>
                <a:latin typeface="IBM Plex Sans"/>
                <a:ea typeface="IBM Plex Sans"/>
                <a:cs typeface="IBM Plex Sans"/>
              </a:defRPr>
            </a:defPPr>
            <a:lvl1pPr algn="ctr">
              <a:defRPr sz="1200" b="1">
                <a:solidFill>
                  <a:srgbClr val="10201D"/>
                </a:solidFill>
                <a:latin typeface="IBM Plex Sans"/>
                <a:ea typeface="IBM Plex Sans"/>
                <a:cs typeface="IBM Plex Sans"/>
              </a:defRPr>
            </a:lvl1pPr>
            <a:lvl2pPr algn="ctr">
              <a:defRPr sz="1200" b="1">
                <a:solidFill>
                  <a:srgbClr val="10201D"/>
                </a:solidFill>
                <a:latin typeface="IBM Plex Sans"/>
                <a:ea typeface="IBM Plex Sans"/>
                <a:cs typeface="IBM Plex Sans"/>
              </a:defRPr>
            </a:lvl2pPr>
            <a:lvl3pPr algn="ctr">
              <a:defRPr sz="1200" b="1">
                <a:solidFill>
                  <a:srgbClr val="10201D"/>
                </a:solidFill>
                <a:latin typeface="IBM Plex Sans"/>
                <a:ea typeface="IBM Plex Sans"/>
                <a:cs typeface="IBM Plex Sans"/>
              </a:defRPr>
            </a:lvl3pPr>
            <a:lvl4pPr algn="ctr">
              <a:defRPr sz="1200" b="1">
                <a:solidFill>
                  <a:srgbClr val="10201D"/>
                </a:solidFill>
                <a:latin typeface="IBM Plex Sans"/>
                <a:ea typeface="IBM Plex Sans"/>
                <a:cs typeface="IBM Plex Sans"/>
              </a:defRPr>
            </a:lvl4pPr>
            <a:lvl5pPr algn="ctr">
              <a:defRPr sz="1200" b="1">
                <a:solidFill>
                  <a:srgbClr val="10201D"/>
                </a:solidFill>
                <a:latin typeface="IBM Plex Sans"/>
                <a:ea typeface="IBM Plex Sans"/>
                <a:cs typeface="IBM Plex Sans"/>
              </a:defRPr>
            </a:lvl5pPr>
            <a:lvl6pPr algn="ctr">
              <a:defRPr sz="1200" b="1">
                <a:solidFill>
                  <a:srgbClr val="10201D"/>
                </a:solidFill>
                <a:latin typeface="IBM Plex Sans"/>
                <a:ea typeface="IBM Plex Sans"/>
                <a:cs typeface="IBM Plex Sans"/>
              </a:defRPr>
            </a:lvl6pPr>
            <a:lvl7pPr algn="ctr">
              <a:defRPr sz="1200" b="1">
                <a:solidFill>
                  <a:srgbClr val="10201D"/>
                </a:solidFill>
                <a:latin typeface="IBM Plex Sans"/>
                <a:ea typeface="IBM Plex Sans"/>
                <a:cs typeface="IBM Plex Sans"/>
              </a:defRPr>
            </a:lvl7pPr>
            <a:lvl8pPr algn="ctr">
              <a:defRPr sz="1200" b="1">
                <a:solidFill>
                  <a:srgbClr val="10201D"/>
                </a:solidFill>
                <a:latin typeface="IBM Plex Sans"/>
                <a:ea typeface="IBM Plex Sans"/>
                <a:cs typeface="IBM Plex Sans"/>
              </a:defRPr>
            </a:lvl8pPr>
            <a:lvl9pPr algn="ctr">
              <a:defRPr sz="1200" b="1">
                <a:solidFill>
                  <a:srgbClr val="10201D"/>
                </a:solidFill>
                <a:latin typeface="IBM Plex Sans"/>
                <a:ea typeface="IBM Plex Sans"/>
                <a:cs typeface="IBM Plex Sans"/>
              </a:defRPr>
            </a:lvl9pPr>
          </a:lstStyle>
          <a:p xmlns:a="http://schemas.openxmlformats.org/drawingml/2006/main">
            <a:pPr algn="ctr">
              <a:defRPr sz="1200" b="1">
                <a:solidFill>
                  <a:srgbClr val="10201D"/>
                </a:solidFill>
                <a:latin typeface="IBM Plex Sans"/>
                <a:ea typeface="IBM Plex Sans"/>
                <a:cs typeface="IBM Plex Sans"/>
              </a:defRPr>
            </a:pPr>
            <a:r>
              <a:rPr sz="1200" b="1">
                <a:solidFill>
                  <a:srgbClr val="10201D"/>
                </a:solidFill>
                <a:latin typeface="IBM Plex Sans"/>
                <a:ea typeface="IBM Plex Sans"/>
                <a:cs typeface="IBM Plex Sans"/>
              </a:rPr>
              <a:t>Discuss purchase and onboarding</a:t>
            </a:r>
          </a:p>
        </p:txBody>
      </p:sp>
      <p:sp>
        <p:nvSpPr>
          <p:cNvPr id="12" name="">
            <a:extLst xmlns:a="http://schemas.openxmlformats.org/drawingml/2006/main">
              <a:ext uri="{FF2B5EF4-FFF2-40B4-BE49-F238E27FC236}">
                <a16:creationId xmlns:a16="http://schemas.microsoft.com/office/drawing/2014/main" id="{CAFC553B-3E0E-4336-93A3-D116D2106597}"/>
              </a:ext>
            </a:extLst>
          </p:cNvPr>
          <p:cNvSpPr>
            <a:spLocks xmlns:a="http://schemas.openxmlformats.org/drawingml/2006/main" noGrp="1"/>
          </p:cNvSpPr>
          <p:nvPr/>
        </p:nvSpPr>
        <p:spPr>
          <a:xfrm xmlns:a="http://schemas.openxmlformats.org/drawingml/2006/main">
            <a:off x="609600" y="5953125"/>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B7DAD1"/>
                </a:solidFill>
                <a:latin typeface="IBM Plex Sans"/>
                <a:ea typeface="IBM Plex Sans"/>
                <a:cs typeface="IBM Plex Sans"/>
              </a:defRPr>
            </a:defPPr>
            <a:lvl1pPr algn="l">
              <a:defRPr sz="1275" b="0">
                <a:solidFill>
                  <a:srgbClr val="B7DAD1"/>
                </a:solidFill>
                <a:latin typeface="IBM Plex Sans"/>
                <a:ea typeface="IBM Plex Sans"/>
                <a:cs typeface="IBM Plex Sans"/>
              </a:defRPr>
            </a:lvl1pPr>
            <a:lvl2pPr algn="l">
              <a:defRPr sz="1275" b="0">
                <a:solidFill>
                  <a:srgbClr val="B7DAD1"/>
                </a:solidFill>
                <a:latin typeface="IBM Plex Sans"/>
                <a:ea typeface="IBM Plex Sans"/>
                <a:cs typeface="IBM Plex Sans"/>
              </a:defRPr>
            </a:lvl2pPr>
            <a:lvl3pPr algn="l">
              <a:defRPr sz="1275" b="0">
                <a:solidFill>
                  <a:srgbClr val="B7DAD1"/>
                </a:solidFill>
                <a:latin typeface="IBM Plex Sans"/>
                <a:ea typeface="IBM Plex Sans"/>
                <a:cs typeface="IBM Plex Sans"/>
              </a:defRPr>
            </a:lvl3pPr>
            <a:lvl4pPr algn="l">
              <a:defRPr sz="1275" b="0">
                <a:solidFill>
                  <a:srgbClr val="B7DAD1"/>
                </a:solidFill>
                <a:latin typeface="IBM Plex Sans"/>
                <a:ea typeface="IBM Plex Sans"/>
                <a:cs typeface="IBM Plex Sans"/>
              </a:defRPr>
            </a:lvl4pPr>
            <a:lvl5pPr algn="l">
              <a:defRPr sz="1275" b="0">
                <a:solidFill>
                  <a:srgbClr val="B7DAD1"/>
                </a:solidFill>
                <a:latin typeface="IBM Plex Sans"/>
                <a:ea typeface="IBM Plex Sans"/>
                <a:cs typeface="IBM Plex Sans"/>
              </a:defRPr>
            </a:lvl5pPr>
            <a:lvl6pPr algn="l">
              <a:defRPr sz="1275" b="0">
                <a:solidFill>
                  <a:srgbClr val="B7DAD1"/>
                </a:solidFill>
                <a:latin typeface="IBM Plex Sans"/>
                <a:ea typeface="IBM Plex Sans"/>
                <a:cs typeface="IBM Plex Sans"/>
              </a:defRPr>
            </a:lvl6pPr>
            <a:lvl7pPr algn="l">
              <a:defRPr sz="1275" b="0">
                <a:solidFill>
                  <a:srgbClr val="B7DAD1"/>
                </a:solidFill>
                <a:latin typeface="IBM Plex Sans"/>
                <a:ea typeface="IBM Plex Sans"/>
                <a:cs typeface="IBM Plex Sans"/>
              </a:defRPr>
            </a:lvl7pPr>
            <a:lvl8pPr algn="l">
              <a:defRPr sz="1275" b="0">
                <a:solidFill>
                  <a:srgbClr val="B7DAD1"/>
                </a:solidFill>
                <a:latin typeface="IBM Plex Sans"/>
                <a:ea typeface="IBM Plex Sans"/>
                <a:cs typeface="IBM Plex Sans"/>
              </a:defRPr>
            </a:lvl8pPr>
            <a:lvl9pPr algn="l">
              <a:defRPr sz="1275" b="0">
                <a:solidFill>
                  <a:srgbClr val="B7DAD1"/>
                </a:solidFill>
                <a:latin typeface="IBM Plex Sans"/>
                <a:ea typeface="IBM Plex Sans"/>
                <a:cs typeface="IBM Plex Sans"/>
              </a:defRPr>
            </a:lvl9pPr>
          </a:lstStyle>
          <a:p xmlns:a="http://schemas.openxmlformats.org/drawingml/2006/main">
            <a:pPr algn="l">
              <a:defRPr sz="1275" b="0">
                <a:solidFill>
                  <a:srgbClr val="B7DAD1"/>
                </a:solidFill>
                <a:latin typeface="IBM Plex Sans"/>
                <a:ea typeface="IBM Plex Sans"/>
                <a:cs typeface="IBM Plex Sans"/>
              </a:defRPr>
            </a:pPr>
            <a:r>
              <a:rPr sz="1275" b="0">
                <a:solidFill>
                  <a:srgbClr val="B7DAD1"/>
                </a:solidFill>
                <a:latin typeface="IBM Plex Sans"/>
                <a:ea typeface="IBM Plex Sans"/>
                <a:cs typeface="IBM Plex Sans"/>
              </a:rPr>
              <a:t>Pricing and rollout plan to be confirmed for your shop.</a:t>
            </a:r>
          </a:p>
        </p:txBody>
      </p:sp>
      <p:sp>
        <p:nvSpPr>
          <p:cNvPr id="13" name="">
            <a:extLst xmlns:a="http://schemas.openxmlformats.org/drawingml/2006/main">
              <a:ext uri="{FF2B5EF4-FFF2-40B4-BE49-F238E27FC236}">
                <a16:creationId xmlns:a16="http://schemas.microsoft.com/office/drawing/2014/main" id="{1B30C28C-7631-4CB1-8743-C7D6684C71E1}"/>
              </a:ext>
            </a:extLst>
          </p:cNvPr>
          <p:cNvSpPr>
            <a:spLocks xmlns:a="http://schemas.openxmlformats.org/drawingml/2006/main" noGrp="1"/>
          </p:cNvSpPr>
          <p:nvPr/>
        </p:nvSpPr>
        <p:spPr>
          <a:xfrm xmlns:a="http://schemas.openxmlformats.org/drawingml/2006/main">
            <a:off x="10382250" y="62865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FFFFFF"/>
                </a:solidFill>
                <a:latin typeface="IBM Plex Sans"/>
                <a:ea typeface="IBM Plex Sans"/>
                <a:cs typeface="IBM Plex Sans"/>
              </a:defRPr>
            </a:defPPr>
            <a:lvl1pPr algn="r">
              <a:defRPr sz="1050" b="1">
                <a:solidFill>
                  <a:srgbClr val="FFFFFF"/>
                </a:solidFill>
                <a:latin typeface="IBM Plex Sans"/>
                <a:ea typeface="IBM Plex Sans"/>
                <a:cs typeface="IBM Plex Sans"/>
              </a:defRPr>
            </a:lvl1pPr>
            <a:lvl2pPr algn="r">
              <a:defRPr sz="1050" b="1">
                <a:solidFill>
                  <a:srgbClr val="FFFFFF"/>
                </a:solidFill>
                <a:latin typeface="IBM Plex Sans"/>
                <a:ea typeface="IBM Plex Sans"/>
                <a:cs typeface="IBM Plex Sans"/>
              </a:defRPr>
            </a:lvl2pPr>
            <a:lvl3pPr algn="r">
              <a:defRPr sz="1050" b="1">
                <a:solidFill>
                  <a:srgbClr val="FFFFFF"/>
                </a:solidFill>
                <a:latin typeface="IBM Plex Sans"/>
                <a:ea typeface="IBM Plex Sans"/>
                <a:cs typeface="IBM Plex Sans"/>
              </a:defRPr>
            </a:lvl3pPr>
            <a:lvl4pPr algn="r">
              <a:defRPr sz="1050" b="1">
                <a:solidFill>
                  <a:srgbClr val="FFFFFF"/>
                </a:solidFill>
                <a:latin typeface="IBM Plex Sans"/>
                <a:ea typeface="IBM Plex Sans"/>
                <a:cs typeface="IBM Plex Sans"/>
              </a:defRPr>
            </a:lvl4pPr>
            <a:lvl5pPr algn="r">
              <a:defRPr sz="1050" b="1">
                <a:solidFill>
                  <a:srgbClr val="FFFFFF"/>
                </a:solidFill>
                <a:latin typeface="IBM Plex Sans"/>
                <a:ea typeface="IBM Plex Sans"/>
                <a:cs typeface="IBM Plex Sans"/>
              </a:defRPr>
            </a:lvl5pPr>
            <a:lvl6pPr algn="r">
              <a:defRPr sz="1050" b="1">
                <a:solidFill>
                  <a:srgbClr val="FFFFFF"/>
                </a:solidFill>
                <a:latin typeface="IBM Plex Sans"/>
                <a:ea typeface="IBM Plex Sans"/>
                <a:cs typeface="IBM Plex Sans"/>
              </a:defRPr>
            </a:lvl6pPr>
            <a:lvl7pPr algn="r">
              <a:defRPr sz="1050" b="1">
                <a:solidFill>
                  <a:srgbClr val="FFFFFF"/>
                </a:solidFill>
                <a:latin typeface="IBM Plex Sans"/>
                <a:ea typeface="IBM Plex Sans"/>
                <a:cs typeface="IBM Plex Sans"/>
              </a:defRPr>
            </a:lvl7pPr>
            <a:lvl8pPr algn="r">
              <a:defRPr sz="1050" b="1">
                <a:solidFill>
                  <a:srgbClr val="FFFFFF"/>
                </a:solidFill>
                <a:latin typeface="IBM Plex Sans"/>
                <a:ea typeface="IBM Plex Sans"/>
                <a:cs typeface="IBM Plex Sans"/>
              </a:defRPr>
            </a:lvl8pPr>
            <a:lvl9pPr algn="r">
              <a:defRPr sz="1050" b="1">
                <a:solidFill>
                  <a:srgbClr val="FFFFFF"/>
                </a:solidFill>
                <a:latin typeface="IBM Plex Sans"/>
                <a:ea typeface="IBM Plex Sans"/>
                <a:cs typeface="IBM Plex Sans"/>
              </a:defRPr>
            </a:lvl9pPr>
          </a:lstStyle>
          <a:p xmlns:a="http://schemas.openxmlformats.org/drawingml/2006/main">
            <a:pPr algn="r">
              <a:defRPr sz="1050" b="1">
                <a:solidFill>
                  <a:srgbClr val="FFFFFF"/>
                </a:solidFill>
                <a:latin typeface="IBM Plex Sans"/>
                <a:ea typeface="IBM Plex Sans"/>
                <a:cs typeface="IBM Plex Sans"/>
              </a:defRPr>
            </a:pPr>
            <a:r>
              <a:rPr sz="1050" b="1">
                <a:solidFill>
                  <a:srgbClr val="FFFFFF"/>
                </a:solidFill>
                <a:latin typeface="IBM Plex Sans"/>
                <a:ea typeface="IBM Plex Sans"/>
                <a:cs typeface="IBM Plex Sans"/>
              </a:rPr>
              <a:t>MediShop</a:t>
            </a:r>
          </a:p>
        </p:txBody>
      </p:sp>
    </p:spTree>
    <p:extLst>
      <p:ext uri="{BB962C8B-B14F-4D97-AF65-F5344CB8AC3E}">
        <p14:creationId xmlns:p14="http://schemas.microsoft.com/office/powerpoint/2010/main" val="33654084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2026-10-29T13:57:54.5090000Z</dcterms:created>
  <dcterms:modified xsi:type="dcterms:W3CDTF">2026-10-29T13:57:54.5090000Z</dcterms:modified>
</coreProperties>
</file>